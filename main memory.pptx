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3"/>
  </p:notesMasterIdLst>
  <p:handoutMasterIdLst>
    <p:handoutMasterId r:id="rId64"/>
  </p:handoutMasterIdLst>
  <p:sldIdLst>
    <p:sldId id="331" r:id="rId2"/>
    <p:sldId id="332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403" r:id="rId12"/>
    <p:sldId id="404" r:id="rId13"/>
    <p:sldId id="348" r:id="rId14"/>
    <p:sldId id="399" r:id="rId15"/>
    <p:sldId id="349" r:id="rId16"/>
    <p:sldId id="350" r:id="rId17"/>
    <p:sldId id="351" r:id="rId18"/>
    <p:sldId id="360" r:id="rId19"/>
    <p:sldId id="361" r:id="rId20"/>
    <p:sldId id="362" r:id="rId21"/>
    <p:sldId id="363" r:id="rId22"/>
    <p:sldId id="419" r:id="rId23"/>
    <p:sldId id="366" r:id="rId24"/>
    <p:sldId id="367" r:id="rId25"/>
    <p:sldId id="400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401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395" r:id="rId6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60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94835-A72A-4AEF-B6EC-BD8CE85FBF4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4150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56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12991</TotalTime>
  <Words>3423</Words>
  <Application>Microsoft Office PowerPoint</Application>
  <PresentationFormat>On-screen Show (4:3)</PresentationFormat>
  <Paragraphs>436</Paragraphs>
  <Slides>61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Paging</vt:lpstr>
      <vt:lpstr>Address Translation Scheme</vt:lpstr>
      <vt:lpstr>Paging Hardware</vt:lpstr>
      <vt:lpstr>Paging Model of Logical and  Physical Memory</vt:lpstr>
      <vt:lpstr>Paging Example 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H M IKRAM KAYS</cp:lastModifiedBy>
  <cp:revision>348</cp:revision>
  <cp:lastPrinted>2013-09-30T19:34:56Z</cp:lastPrinted>
  <dcterms:created xsi:type="dcterms:W3CDTF">2011-01-13T23:43:38Z</dcterms:created>
  <dcterms:modified xsi:type="dcterms:W3CDTF">2026-02-01T18:24:53Z</dcterms:modified>
</cp:coreProperties>
</file>