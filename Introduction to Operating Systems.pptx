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7" r:id="rId9"/>
    <p:sldId id="272" r:id="rId10"/>
    <p:sldId id="273" r:id="rId11"/>
    <p:sldId id="263" r:id="rId12"/>
    <p:sldId id="264" r:id="rId13"/>
    <p:sldId id="265" r:id="rId14"/>
    <p:sldId id="266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5E7C05-4F88-4880-B828-3D65F9D235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E35B9EE-CDD2-4126-B4DE-52810503984A}">
      <dgm:prSet/>
      <dgm:spPr/>
      <dgm:t>
        <a:bodyPr/>
        <a:lstStyle/>
        <a:p>
          <a:r>
            <a:rPr lang="en-US" b="0" i="0" baseline="0"/>
            <a:t>A software layer that manages hardware and software resources.</a:t>
          </a:r>
          <a:endParaRPr lang="en-US"/>
        </a:p>
      </dgm:t>
    </dgm:pt>
    <dgm:pt modelId="{98EE8FA9-0AE8-4ED5-AA9F-7A38FFA75E0A}" type="parTrans" cxnId="{F119AD04-0D93-4D3C-B6D1-C24D4D481D71}">
      <dgm:prSet/>
      <dgm:spPr/>
      <dgm:t>
        <a:bodyPr/>
        <a:lstStyle/>
        <a:p>
          <a:endParaRPr lang="en-US"/>
        </a:p>
      </dgm:t>
    </dgm:pt>
    <dgm:pt modelId="{55C6AB50-7170-4304-B8D6-99B683396D8C}" type="sibTrans" cxnId="{F119AD04-0D93-4D3C-B6D1-C24D4D481D71}">
      <dgm:prSet/>
      <dgm:spPr/>
      <dgm:t>
        <a:bodyPr/>
        <a:lstStyle/>
        <a:p>
          <a:endParaRPr lang="en-US"/>
        </a:p>
      </dgm:t>
    </dgm:pt>
    <dgm:pt modelId="{9492E489-9E1D-4B01-9949-1D003CE74961}">
      <dgm:prSet/>
      <dgm:spPr/>
      <dgm:t>
        <a:bodyPr/>
        <a:lstStyle/>
        <a:p>
          <a:r>
            <a:rPr lang="en-US" b="0" i="0" baseline="0"/>
            <a:t>Acts as an intermediary between users and hardware.</a:t>
          </a:r>
          <a:endParaRPr lang="en-US"/>
        </a:p>
      </dgm:t>
    </dgm:pt>
    <dgm:pt modelId="{A0AF8489-CE03-4BA2-97CB-26E331B5F6AB}" type="parTrans" cxnId="{0F406502-D6C7-4302-AE72-5C7A1CA7A47F}">
      <dgm:prSet/>
      <dgm:spPr/>
      <dgm:t>
        <a:bodyPr/>
        <a:lstStyle/>
        <a:p>
          <a:endParaRPr lang="en-US"/>
        </a:p>
      </dgm:t>
    </dgm:pt>
    <dgm:pt modelId="{1038DB52-AD1C-4C99-9635-4B2DFD343467}" type="sibTrans" cxnId="{0F406502-D6C7-4302-AE72-5C7A1CA7A47F}">
      <dgm:prSet/>
      <dgm:spPr/>
      <dgm:t>
        <a:bodyPr/>
        <a:lstStyle/>
        <a:p>
          <a:endParaRPr lang="en-US"/>
        </a:p>
      </dgm:t>
    </dgm:pt>
    <dgm:pt modelId="{E9758813-F420-4673-B91C-2FA4B4E16F84}">
      <dgm:prSet/>
      <dgm:spPr/>
      <dgm:t>
        <a:bodyPr/>
        <a:lstStyle/>
        <a:p>
          <a:r>
            <a:rPr lang="en-US" b="0" i="0" baseline="0"/>
            <a:t>Provides a stable, efficient environment for applications to run.</a:t>
          </a:r>
          <a:endParaRPr lang="en-US"/>
        </a:p>
      </dgm:t>
    </dgm:pt>
    <dgm:pt modelId="{4FC5A395-3B0E-4A57-BE61-C16190D1B6B5}" type="parTrans" cxnId="{444D6B9B-FC90-4755-B246-81E4E071E470}">
      <dgm:prSet/>
      <dgm:spPr/>
      <dgm:t>
        <a:bodyPr/>
        <a:lstStyle/>
        <a:p>
          <a:endParaRPr lang="en-US"/>
        </a:p>
      </dgm:t>
    </dgm:pt>
    <dgm:pt modelId="{A94F441A-3BB8-4DF5-B523-31D8CC157581}" type="sibTrans" cxnId="{444D6B9B-FC90-4755-B246-81E4E071E470}">
      <dgm:prSet/>
      <dgm:spPr/>
      <dgm:t>
        <a:bodyPr/>
        <a:lstStyle/>
        <a:p>
          <a:endParaRPr lang="en-US"/>
        </a:p>
      </dgm:t>
    </dgm:pt>
    <dgm:pt modelId="{1DE6408E-8A70-49CA-A0BD-818EB369359D}" type="pres">
      <dgm:prSet presAssocID="{075E7C05-4F88-4880-B828-3D65F9D23542}" presName="root" presStyleCnt="0">
        <dgm:presLayoutVars>
          <dgm:dir/>
          <dgm:resizeHandles val="exact"/>
        </dgm:presLayoutVars>
      </dgm:prSet>
      <dgm:spPr/>
    </dgm:pt>
    <dgm:pt modelId="{B708B6C1-9445-49BE-9BAA-3AC22AC96FB5}" type="pres">
      <dgm:prSet presAssocID="{0E35B9EE-CDD2-4126-B4DE-52810503984A}" presName="compNode" presStyleCnt="0"/>
      <dgm:spPr/>
    </dgm:pt>
    <dgm:pt modelId="{9A970F76-B6BB-4FE7-86BD-CE62793214A4}" type="pres">
      <dgm:prSet presAssocID="{0E35B9EE-CDD2-4126-B4DE-52810503984A}" presName="bgRect" presStyleLbl="bgShp" presStyleIdx="0" presStyleCnt="3"/>
      <dgm:spPr/>
    </dgm:pt>
    <dgm:pt modelId="{6785DD35-4549-4282-8574-458193E562C8}" type="pres">
      <dgm:prSet presAssocID="{0E35B9EE-CDD2-4126-B4DE-5281050398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102A4F9-EFD7-4522-B901-8DCCE128733E}" type="pres">
      <dgm:prSet presAssocID="{0E35B9EE-CDD2-4126-B4DE-52810503984A}" presName="spaceRect" presStyleCnt="0"/>
      <dgm:spPr/>
    </dgm:pt>
    <dgm:pt modelId="{49C240B3-5FB2-4A8C-9E63-4231DC390EC4}" type="pres">
      <dgm:prSet presAssocID="{0E35B9EE-CDD2-4126-B4DE-52810503984A}" presName="parTx" presStyleLbl="revTx" presStyleIdx="0" presStyleCnt="3">
        <dgm:presLayoutVars>
          <dgm:chMax val="0"/>
          <dgm:chPref val="0"/>
        </dgm:presLayoutVars>
      </dgm:prSet>
      <dgm:spPr/>
    </dgm:pt>
    <dgm:pt modelId="{6C3A42C7-A4EF-4ACA-B97A-8BC4304C87EB}" type="pres">
      <dgm:prSet presAssocID="{55C6AB50-7170-4304-B8D6-99B683396D8C}" presName="sibTrans" presStyleCnt="0"/>
      <dgm:spPr/>
    </dgm:pt>
    <dgm:pt modelId="{6AF458F6-B9A7-477C-AA74-E74CDAC13C5A}" type="pres">
      <dgm:prSet presAssocID="{9492E489-9E1D-4B01-9949-1D003CE74961}" presName="compNode" presStyleCnt="0"/>
      <dgm:spPr/>
    </dgm:pt>
    <dgm:pt modelId="{06BF986B-76E1-47C5-ABDD-F026881B3122}" type="pres">
      <dgm:prSet presAssocID="{9492E489-9E1D-4B01-9949-1D003CE74961}" presName="bgRect" presStyleLbl="bgShp" presStyleIdx="1" presStyleCnt="3"/>
      <dgm:spPr/>
    </dgm:pt>
    <dgm:pt modelId="{EA8007E9-1E80-474D-B6C0-118517808962}" type="pres">
      <dgm:prSet presAssocID="{9492E489-9E1D-4B01-9949-1D003CE749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6822EA5-F462-4010-BB0F-F8B1FD71DAE7}" type="pres">
      <dgm:prSet presAssocID="{9492E489-9E1D-4B01-9949-1D003CE74961}" presName="spaceRect" presStyleCnt="0"/>
      <dgm:spPr/>
    </dgm:pt>
    <dgm:pt modelId="{E1FB279E-4554-4447-B489-F4524391820E}" type="pres">
      <dgm:prSet presAssocID="{9492E489-9E1D-4B01-9949-1D003CE74961}" presName="parTx" presStyleLbl="revTx" presStyleIdx="1" presStyleCnt="3">
        <dgm:presLayoutVars>
          <dgm:chMax val="0"/>
          <dgm:chPref val="0"/>
        </dgm:presLayoutVars>
      </dgm:prSet>
      <dgm:spPr/>
    </dgm:pt>
    <dgm:pt modelId="{EFA834F4-6C7F-4438-950D-BD9C8FA70FC8}" type="pres">
      <dgm:prSet presAssocID="{1038DB52-AD1C-4C99-9635-4B2DFD343467}" presName="sibTrans" presStyleCnt="0"/>
      <dgm:spPr/>
    </dgm:pt>
    <dgm:pt modelId="{F277FEE8-F3F2-4617-B350-B56571B8DFE7}" type="pres">
      <dgm:prSet presAssocID="{E9758813-F420-4673-B91C-2FA4B4E16F84}" presName="compNode" presStyleCnt="0"/>
      <dgm:spPr/>
    </dgm:pt>
    <dgm:pt modelId="{607FF1A4-752C-4F6F-89D1-4F42031BF15F}" type="pres">
      <dgm:prSet presAssocID="{E9758813-F420-4673-B91C-2FA4B4E16F84}" presName="bgRect" presStyleLbl="bgShp" presStyleIdx="2" presStyleCnt="3"/>
      <dgm:spPr/>
    </dgm:pt>
    <dgm:pt modelId="{8565314E-7418-4C25-B0D5-2CFD010CBE47}" type="pres">
      <dgm:prSet presAssocID="{E9758813-F420-4673-B91C-2FA4B4E16F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E37CD66B-ED6A-4D88-90D2-0D32B02C8DB0}" type="pres">
      <dgm:prSet presAssocID="{E9758813-F420-4673-B91C-2FA4B4E16F84}" presName="spaceRect" presStyleCnt="0"/>
      <dgm:spPr/>
    </dgm:pt>
    <dgm:pt modelId="{B71631A6-AB86-4245-A001-7C56F67ADECD}" type="pres">
      <dgm:prSet presAssocID="{E9758813-F420-4673-B91C-2FA4B4E16F8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406502-D6C7-4302-AE72-5C7A1CA7A47F}" srcId="{075E7C05-4F88-4880-B828-3D65F9D23542}" destId="{9492E489-9E1D-4B01-9949-1D003CE74961}" srcOrd="1" destOrd="0" parTransId="{A0AF8489-CE03-4BA2-97CB-26E331B5F6AB}" sibTransId="{1038DB52-AD1C-4C99-9635-4B2DFD343467}"/>
    <dgm:cxn modelId="{F119AD04-0D93-4D3C-B6D1-C24D4D481D71}" srcId="{075E7C05-4F88-4880-B828-3D65F9D23542}" destId="{0E35B9EE-CDD2-4126-B4DE-52810503984A}" srcOrd="0" destOrd="0" parTransId="{98EE8FA9-0AE8-4ED5-AA9F-7A38FFA75E0A}" sibTransId="{55C6AB50-7170-4304-B8D6-99B683396D8C}"/>
    <dgm:cxn modelId="{278C8209-F43F-44C4-869F-B4CBCFEE4990}" type="presOf" srcId="{E9758813-F420-4673-B91C-2FA4B4E16F84}" destId="{B71631A6-AB86-4245-A001-7C56F67ADECD}" srcOrd="0" destOrd="0" presId="urn:microsoft.com/office/officeart/2018/2/layout/IconVerticalSolidList"/>
    <dgm:cxn modelId="{1848921F-E120-4618-BE1F-38DCC544684A}" type="presOf" srcId="{075E7C05-4F88-4880-B828-3D65F9D23542}" destId="{1DE6408E-8A70-49CA-A0BD-818EB369359D}" srcOrd="0" destOrd="0" presId="urn:microsoft.com/office/officeart/2018/2/layout/IconVerticalSolidList"/>
    <dgm:cxn modelId="{444D6B9B-FC90-4755-B246-81E4E071E470}" srcId="{075E7C05-4F88-4880-B828-3D65F9D23542}" destId="{E9758813-F420-4673-B91C-2FA4B4E16F84}" srcOrd="2" destOrd="0" parTransId="{4FC5A395-3B0E-4A57-BE61-C16190D1B6B5}" sibTransId="{A94F441A-3BB8-4DF5-B523-31D8CC157581}"/>
    <dgm:cxn modelId="{64B217A3-6163-4F2F-A336-10FF1CA3494D}" type="presOf" srcId="{9492E489-9E1D-4B01-9949-1D003CE74961}" destId="{E1FB279E-4554-4447-B489-F4524391820E}" srcOrd="0" destOrd="0" presId="urn:microsoft.com/office/officeart/2018/2/layout/IconVerticalSolidList"/>
    <dgm:cxn modelId="{7EF18EE8-4B77-4B54-BF71-7B2D99E0828A}" type="presOf" srcId="{0E35B9EE-CDD2-4126-B4DE-52810503984A}" destId="{49C240B3-5FB2-4A8C-9E63-4231DC390EC4}" srcOrd="0" destOrd="0" presId="urn:microsoft.com/office/officeart/2018/2/layout/IconVerticalSolidList"/>
    <dgm:cxn modelId="{8BF1F17B-0C6E-4814-B359-F8E16C9F709A}" type="presParOf" srcId="{1DE6408E-8A70-49CA-A0BD-818EB369359D}" destId="{B708B6C1-9445-49BE-9BAA-3AC22AC96FB5}" srcOrd="0" destOrd="0" presId="urn:microsoft.com/office/officeart/2018/2/layout/IconVerticalSolidList"/>
    <dgm:cxn modelId="{A39590AF-5C06-4766-AE09-C7B489A5DF30}" type="presParOf" srcId="{B708B6C1-9445-49BE-9BAA-3AC22AC96FB5}" destId="{9A970F76-B6BB-4FE7-86BD-CE62793214A4}" srcOrd="0" destOrd="0" presId="urn:microsoft.com/office/officeart/2018/2/layout/IconVerticalSolidList"/>
    <dgm:cxn modelId="{6D4B0763-8BE2-4DB7-9521-A8E6A4798489}" type="presParOf" srcId="{B708B6C1-9445-49BE-9BAA-3AC22AC96FB5}" destId="{6785DD35-4549-4282-8574-458193E562C8}" srcOrd="1" destOrd="0" presId="urn:microsoft.com/office/officeart/2018/2/layout/IconVerticalSolidList"/>
    <dgm:cxn modelId="{173E5293-397B-4CD1-8F62-6F3727B3C569}" type="presParOf" srcId="{B708B6C1-9445-49BE-9BAA-3AC22AC96FB5}" destId="{B102A4F9-EFD7-4522-B901-8DCCE128733E}" srcOrd="2" destOrd="0" presId="urn:microsoft.com/office/officeart/2018/2/layout/IconVerticalSolidList"/>
    <dgm:cxn modelId="{67849C20-4B1D-4380-9D7B-DA106D2DA5E1}" type="presParOf" srcId="{B708B6C1-9445-49BE-9BAA-3AC22AC96FB5}" destId="{49C240B3-5FB2-4A8C-9E63-4231DC390EC4}" srcOrd="3" destOrd="0" presId="urn:microsoft.com/office/officeart/2018/2/layout/IconVerticalSolidList"/>
    <dgm:cxn modelId="{5B5FFB7E-B651-4710-96F6-BBE035714230}" type="presParOf" srcId="{1DE6408E-8A70-49CA-A0BD-818EB369359D}" destId="{6C3A42C7-A4EF-4ACA-B97A-8BC4304C87EB}" srcOrd="1" destOrd="0" presId="urn:microsoft.com/office/officeart/2018/2/layout/IconVerticalSolidList"/>
    <dgm:cxn modelId="{DCD8EF0F-394F-4613-93B6-85922D5B884F}" type="presParOf" srcId="{1DE6408E-8A70-49CA-A0BD-818EB369359D}" destId="{6AF458F6-B9A7-477C-AA74-E74CDAC13C5A}" srcOrd="2" destOrd="0" presId="urn:microsoft.com/office/officeart/2018/2/layout/IconVerticalSolidList"/>
    <dgm:cxn modelId="{BF178332-AF81-4DE5-8C66-D03411F79D1A}" type="presParOf" srcId="{6AF458F6-B9A7-477C-AA74-E74CDAC13C5A}" destId="{06BF986B-76E1-47C5-ABDD-F026881B3122}" srcOrd="0" destOrd="0" presId="urn:microsoft.com/office/officeart/2018/2/layout/IconVerticalSolidList"/>
    <dgm:cxn modelId="{B3A4F89C-C6E8-462D-BCFA-865C0FF6BA6B}" type="presParOf" srcId="{6AF458F6-B9A7-477C-AA74-E74CDAC13C5A}" destId="{EA8007E9-1E80-474D-B6C0-118517808962}" srcOrd="1" destOrd="0" presId="urn:microsoft.com/office/officeart/2018/2/layout/IconVerticalSolidList"/>
    <dgm:cxn modelId="{B9D54ECF-74C8-4AEF-B2EB-196E9D32D0EF}" type="presParOf" srcId="{6AF458F6-B9A7-477C-AA74-E74CDAC13C5A}" destId="{26822EA5-F462-4010-BB0F-F8B1FD71DAE7}" srcOrd="2" destOrd="0" presId="urn:microsoft.com/office/officeart/2018/2/layout/IconVerticalSolidList"/>
    <dgm:cxn modelId="{EC67EE2B-828E-4CB2-B046-E0BB5ED94130}" type="presParOf" srcId="{6AF458F6-B9A7-477C-AA74-E74CDAC13C5A}" destId="{E1FB279E-4554-4447-B489-F4524391820E}" srcOrd="3" destOrd="0" presId="urn:microsoft.com/office/officeart/2018/2/layout/IconVerticalSolidList"/>
    <dgm:cxn modelId="{9327CA26-4B22-4917-B5E2-9BEEEED27B6A}" type="presParOf" srcId="{1DE6408E-8A70-49CA-A0BD-818EB369359D}" destId="{EFA834F4-6C7F-4438-950D-BD9C8FA70FC8}" srcOrd="3" destOrd="0" presId="urn:microsoft.com/office/officeart/2018/2/layout/IconVerticalSolidList"/>
    <dgm:cxn modelId="{CFF7EA34-4FE7-45BA-B9C8-73C2B8243083}" type="presParOf" srcId="{1DE6408E-8A70-49CA-A0BD-818EB369359D}" destId="{F277FEE8-F3F2-4617-B350-B56571B8DFE7}" srcOrd="4" destOrd="0" presId="urn:microsoft.com/office/officeart/2018/2/layout/IconVerticalSolidList"/>
    <dgm:cxn modelId="{C87CBDB5-5C4C-4377-AD06-7976A07F538A}" type="presParOf" srcId="{F277FEE8-F3F2-4617-B350-B56571B8DFE7}" destId="{607FF1A4-752C-4F6F-89D1-4F42031BF15F}" srcOrd="0" destOrd="0" presId="urn:microsoft.com/office/officeart/2018/2/layout/IconVerticalSolidList"/>
    <dgm:cxn modelId="{7D9555CF-9A79-4E73-9215-3CDDDD53C89F}" type="presParOf" srcId="{F277FEE8-F3F2-4617-B350-B56571B8DFE7}" destId="{8565314E-7418-4C25-B0D5-2CFD010CBE47}" srcOrd="1" destOrd="0" presId="urn:microsoft.com/office/officeart/2018/2/layout/IconVerticalSolidList"/>
    <dgm:cxn modelId="{38648187-2542-4D2C-853E-2EB0DD0BC5C0}" type="presParOf" srcId="{F277FEE8-F3F2-4617-B350-B56571B8DFE7}" destId="{E37CD66B-ED6A-4D88-90D2-0D32B02C8DB0}" srcOrd="2" destOrd="0" presId="urn:microsoft.com/office/officeart/2018/2/layout/IconVerticalSolidList"/>
    <dgm:cxn modelId="{BA59C95A-E416-4657-9378-5AC18DC8053D}" type="presParOf" srcId="{F277FEE8-F3F2-4617-B350-B56571B8DFE7}" destId="{B71631A6-AB86-4245-A001-7C56F67ADE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A08302-F1E9-4D40-B0B3-304DADE8248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CF598D-1673-4023-9B5B-8E7D26161346}">
      <dgm:prSet/>
      <dgm:spPr/>
      <dgm:t>
        <a:bodyPr/>
        <a:lstStyle/>
        <a:p>
          <a:r>
            <a:rPr lang="en-US" b="1" i="0" baseline="0"/>
            <a:t>Resource Management:</a:t>
          </a:r>
          <a:r>
            <a:rPr lang="en-US" b="0" i="0" baseline="0"/>
            <a:t> Controls CPU, memory, and I/O devices.</a:t>
          </a:r>
          <a:endParaRPr lang="en-US"/>
        </a:p>
      </dgm:t>
    </dgm:pt>
    <dgm:pt modelId="{93B148DC-29D1-4B95-990A-AA01BA90340F}" type="parTrans" cxnId="{89EFBBAA-A346-4EDA-BCD9-375982504EEC}">
      <dgm:prSet/>
      <dgm:spPr/>
      <dgm:t>
        <a:bodyPr/>
        <a:lstStyle/>
        <a:p>
          <a:endParaRPr lang="en-US"/>
        </a:p>
      </dgm:t>
    </dgm:pt>
    <dgm:pt modelId="{99DDCE76-6DD5-4280-8FDC-AAE44637EAEF}" type="sibTrans" cxnId="{89EFBBAA-A346-4EDA-BCD9-375982504EEC}">
      <dgm:prSet/>
      <dgm:spPr/>
      <dgm:t>
        <a:bodyPr/>
        <a:lstStyle/>
        <a:p>
          <a:endParaRPr lang="en-US"/>
        </a:p>
      </dgm:t>
    </dgm:pt>
    <dgm:pt modelId="{A5547508-AC4E-405D-83C0-D3F543BEE331}">
      <dgm:prSet/>
      <dgm:spPr/>
      <dgm:t>
        <a:bodyPr/>
        <a:lstStyle/>
        <a:p>
          <a:r>
            <a:rPr lang="en-US" b="1" i="0" baseline="0"/>
            <a:t>Process Management:</a:t>
          </a:r>
          <a:r>
            <a:rPr lang="en-US" b="0" i="0" baseline="0"/>
            <a:t> Handles program execution and multitasking.</a:t>
          </a:r>
          <a:endParaRPr lang="en-US"/>
        </a:p>
      </dgm:t>
    </dgm:pt>
    <dgm:pt modelId="{B0A10A6D-60B1-4420-B085-DFDDDD439634}" type="parTrans" cxnId="{7DEC6A2F-8079-417B-921A-AA5C8591AC02}">
      <dgm:prSet/>
      <dgm:spPr/>
      <dgm:t>
        <a:bodyPr/>
        <a:lstStyle/>
        <a:p>
          <a:endParaRPr lang="en-US"/>
        </a:p>
      </dgm:t>
    </dgm:pt>
    <dgm:pt modelId="{E2709DBE-EBF8-4C1C-B33D-75253640FF5C}" type="sibTrans" cxnId="{7DEC6A2F-8079-417B-921A-AA5C8591AC02}">
      <dgm:prSet/>
      <dgm:spPr/>
      <dgm:t>
        <a:bodyPr/>
        <a:lstStyle/>
        <a:p>
          <a:endParaRPr lang="en-US"/>
        </a:p>
      </dgm:t>
    </dgm:pt>
    <dgm:pt modelId="{79BEE1B9-780A-4982-A8B4-4AA749E1A2C0}">
      <dgm:prSet/>
      <dgm:spPr/>
      <dgm:t>
        <a:bodyPr/>
        <a:lstStyle/>
        <a:p>
          <a:r>
            <a:rPr lang="en-US" b="1" i="0" baseline="0"/>
            <a:t>File Management:</a:t>
          </a:r>
          <a:r>
            <a:rPr lang="en-US" b="0" i="0" baseline="0"/>
            <a:t> Organizes data and provides access methods.</a:t>
          </a:r>
          <a:endParaRPr lang="en-US"/>
        </a:p>
      </dgm:t>
    </dgm:pt>
    <dgm:pt modelId="{B1E5B129-69F6-43DE-A267-F49F1A8169AE}" type="parTrans" cxnId="{BB83144B-8615-4B05-8D7F-E876727F3467}">
      <dgm:prSet/>
      <dgm:spPr/>
      <dgm:t>
        <a:bodyPr/>
        <a:lstStyle/>
        <a:p>
          <a:endParaRPr lang="en-US"/>
        </a:p>
      </dgm:t>
    </dgm:pt>
    <dgm:pt modelId="{2AA713FA-5123-48AA-83BB-AAE73CEDD361}" type="sibTrans" cxnId="{BB83144B-8615-4B05-8D7F-E876727F3467}">
      <dgm:prSet/>
      <dgm:spPr/>
      <dgm:t>
        <a:bodyPr/>
        <a:lstStyle/>
        <a:p>
          <a:endParaRPr lang="en-US"/>
        </a:p>
      </dgm:t>
    </dgm:pt>
    <dgm:pt modelId="{4E791A8E-A65A-47C8-884C-3F75298A282C}">
      <dgm:prSet/>
      <dgm:spPr/>
      <dgm:t>
        <a:bodyPr/>
        <a:lstStyle/>
        <a:p>
          <a:r>
            <a:rPr lang="en-US" b="1" i="0" baseline="0"/>
            <a:t>User Interface:</a:t>
          </a:r>
          <a:r>
            <a:rPr lang="en-US" b="0" i="0" baseline="0"/>
            <a:t> Provides command-line or graphical interfaces.</a:t>
          </a:r>
          <a:endParaRPr lang="en-US"/>
        </a:p>
      </dgm:t>
    </dgm:pt>
    <dgm:pt modelId="{7FBA2F3F-F472-4E9C-AC0B-7C357B3D6D52}" type="parTrans" cxnId="{7D289D70-A17C-4E3A-A5E2-8ADEC76A2DF7}">
      <dgm:prSet/>
      <dgm:spPr/>
      <dgm:t>
        <a:bodyPr/>
        <a:lstStyle/>
        <a:p>
          <a:endParaRPr lang="en-US"/>
        </a:p>
      </dgm:t>
    </dgm:pt>
    <dgm:pt modelId="{E485456D-226C-4A50-9BB9-D119E4D86EA4}" type="sibTrans" cxnId="{7D289D70-A17C-4E3A-A5E2-8ADEC76A2DF7}">
      <dgm:prSet/>
      <dgm:spPr/>
      <dgm:t>
        <a:bodyPr/>
        <a:lstStyle/>
        <a:p>
          <a:endParaRPr lang="en-US"/>
        </a:p>
      </dgm:t>
    </dgm:pt>
    <dgm:pt modelId="{D1752B43-C89D-4544-8EC3-2C537D556B53}" type="pres">
      <dgm:prSet presAssocID="{78A08302-F1E9-4D40-B0B3-304DADE82484}" presName="vert0" presStyleCnt="0">
        <dgm:presLayoutVars>
          <dgm:dir/>
          <dgm:animOne val="branch"/>
          <dgm:animLvl val="lvl"/>
        </dgm:presLayoutVars>
      </dgm:prSet>
      <dgm:spPr/>
    </dgm:pt>
    <dgm:pt modelId="{0485EE68-BCCB-494B-8221-E4FB98973BFF}" type="pres">
      <dgm:prSet presAssocID="{E8CF598D-1673-4023-9B5B-8E7D26161346}" presName="thickLine" presStyleLbl="alignNode1" presStyleIdx="0" presStyleCnt="4"/>
      <dgm:spPr/>
    </dgm:pt>
    <dgm:pt modelId="{787EDAC4-2531-4ED2-AC1E-9D6F37077B41}" type="pres">
      <dgm:prSet presAssocID="{E8CF598D-1673-4023-9B5B-8E7D26161346}" presName="horz1" presStyleCnt="0"/>
      <dgm:spPr/>
    </dgm:pt>
    <dgm:pt modelId="{84320D93-AD24-416A-BC5B-4F2C497D070F}" type="pres">
      <dgm:prSet presAssocID="{E8CF598D-1673-4023-9B5B-8E7D26161346}" presName="tx1" presStyleLbl="revTx" presStyleIdx="0" presStyleCnt="4"/>
      <dgm:spPr/>
    </dgm:pt>
    <dgm:pt modelId="{54D89607-8C30-4595-B7C0-0E6167E4B279}" type="pres">
      <dgm:prSet presAssocID="{E8CF598D-1673-4023-9B5B-8E7D26161346}" presName="vert1" presStyleCnt="0"/>
      <dgm:spPr/>
    </dgm:pt>
    <dgm:pt modelId="{76A9DA7D-0187-4B47-B6B0-57D472790A96}" type="pres">
      <dgm:prSet presAssocID="{A5547508-AC4E-405D-83C0-D3F543BEE331}" presName="thickLine" presStyleLbl="alignNode1" presStyleIdx="1" presStyleCnt="4"/>
      <dgm:spPr/>
    </dgm:pt>
    <dgm:pt modelId="{2BDF6178-D1AA-459F-86FE-D49CB2C8F488}" type="pres">
      <dgm:prSet presAssocID="{A5547508-AC4E-405D-83C0-D3F543BEE331}" presName="horz1" presStyleCnt="0"/>
      <dgm:spPr/>
    </dgm:pt>
    <dgm:pt modelId="{281F6CF6-DF42-4776-B71F-0C43F967217D}" type="pres">
      <dgm:prSet presAssocID="{A5547508-AC4E-405D-83C0-D3F543BEE331}" presName="tx1" presStyleLbl="revTx" presStyleIdx="1" presStyleCnt="4"/>
      <dgm:spPr/>
    </dgm:pt>
    <dgm:pt modelId="{8E9B3419-265C-46E7-AAAB-46ED48D30759}" type="pres">
      <dgm:prSet presAssocID="{A5547508-AC4E-405D-83C0-D3F543BEE331}" presName="vert1" presStyleCnt="0"/>
      <dgm:spPr/>
    </dgm:pt>
    <dgm:pt modelId="{CB104F04-035B-4644-B9D9-23781C6A4267}" type="pres">
      <dgm:prSet presAssocID="{79BEE1B9-780A-4982-A8B4-4AA749E1A2C0}" presName="thickLine" presStyleLbl="alignNode1" presStyleIdx="2" presStyleCnt="4"/>
      <dgm:spPr/>
    </dgm:pt>
    <dgm:pt modelId="{080C4B48-A1BC-4B18-BBFC-AD8CE37822E5}" type="pres">
      <dgm:prSet presAssocID="{79BEE1B9-780A-4982-A8B4-4AA749E1A2C0}" presName="horz1" presStyleCnt="0"/>
      <dgm:spPr/>
    </dgm:pt>
    <dgm:pt modelId="{96D803A6-E406-4BEA-A522-49DFC2A68EFA}" type="pres">
      <dgm:prSet presAssocID="{79BEE1B9-780A-4982-A8B4-4AA749E1A2C0}" presName="tx1" presStyleLbl="revTx" presStyleIdx="2" presStyleCnt="4"/>
      <dgm:spPr/>
    </dgm:pt>
    <dgm:pt modelId="{3BACEDA6-67DD-4EF3-9D19-41D98901344A}" type="pres">
      <dgm:prSet presAssocID="{79BEE1B9-780A-4982-A8B4-4AA749E1A2C0}" presName="vert1" presStyleCnt="0"/>
      <dgm:spPr/>
    </dgm:pt>
    <dgm:pt modelId="{DF1E31BC-DC69-4477-B1B4-1422B414EC13}" type="pres">
      <dgm:prSet presAssocID="{4E791A8E-A65A-47C8-884C-3F75298A282C}" presName="thickLine" presStyleLbl="alignNode1" presStyleIdx="3" presStyleCnt="4"/>
      <dgm:spPr/>
    </dgm:pt>
    <dgm:pt modelId="{A7490FDA-10A4-465A-A591-084CB1E53B2A}" type="pres">
      <dgm:prSet presAssocID="{4E791A8E-A65A-47C8-884C-3F75298A282C}" presName="horz1" presStyleCnt="0"/>
      <dgm:spPr/>
    </dgm:pt>
    <dgm:pt modelId="{4570F5AE-5C1A-4BE9-8771-80A39141540B}" type="pres">
      <dgm:prSet presAssocID="{4E791A8E-A65A-47C8-884C-3F75298A282C}" presName="tx1" presStyleLbl="revTx" presStyleIdx="3" presStyleCnt="4"/>
      <dgm:spPr/>
    </dgm:pt>
    <dgm:pt modelId="{2BBAFCA3-ACAC-4CA1-BABD-365A0A0A0C95}" type="pres">
      <dgm:prSet presAssocID="{4E791A8E-A65A-47C8-884C-3F75298A282C}" presName="vert1" presStyleCnt="0"/>
      <dgm:spPr/>
    </dgm:pt>
  </dgm:ptLst>
  <dgm:cxnLst>
    <dgm:cxn modelId="{0F91632F-C852-4A09-8584-3BDDA903F2F1}" type="presOf" srcId="{79BEE1B9-780A-4982-A8B4-4AA749E1A2C0}" destId="{96D803A6-E406-4BEA-A522-49DFC2A68EFA}" srcOrd="0" destOrd="0" presId="urn:microsoft.com/office/officeart/2008/layout/LinedList"/>
    <dgm:cxn modelId="{7DEC6A2F-8079-417B-921A-AA5C8591AC02}" srcId="{78A08302-F1E9-4D40-B0B3-304DADE82484}" destId="{A5547508-AC4E-405D-83C0-D3F543BEE331}" srcOrd="1" destOrd="0" parTransId="{B0A10A6D-60B1-4420-B085-DFDDDD439634}" sibTransId="{E2709DBE-EBF8-4C1C-B33D-75253640FF5C}"/>
    <dgm:cxn modelId="{4F841C45-1CB7-425B-B6D6-639216B80A7B}" type="presOf" srcId="{A5547508-AC4E-405D-83C0-D3F543BEE331}" destId="{281F6CF6-DF42-4776-B71F-0C43F967217D}" srcOrd="0" destOrd="0" presId="urn:microsoft.com/office/officeart/2008/layout/LinedList"/>
    <dgm:cxn modelId="{BB83144B-8615-4B05-8D7F-E876727F3467}" srcId="{78A08302-F1E9-4D40-B0B3-304DADE82484}" destId="{79BEE1B9-780A-4982-A8B4-4AA749E1A2C0}" srcOrd="2" destOrd="0" parTransId="{B1E5B129-69F6-43DE-A267-F49F1A8169AE}" sibTransId="{2AA713FA-5123-48AA-83BB-AAE73CEDD361}"/>
    <dgm:cxn modelId="{7D289D70-A17C-4E3A-A5E2-8ADEC76A2DF7}" srcId="{78A08302-F1E9-4D40-B0B3-304DADE82484}" destId="{4E791A8E-A65A-47C8-884C-3F75298A282C}" srcOrd="3" destOrd="0" parTransId="{7FBA2F3F-F472-4E9C-AC0B-7C357B3D6D52}" sibTransId="{E485456D-226C-4A50-9BB9-D119E4D86EA4}"/>
    <dgm:cxn modelId="{79267B57-E375-45DE-A932-18EB0D11D7D9}" type="presOf" srcId="{E8CF598D-1673-4023-9B5B-8E7D26161346}" destId="{84320D93-AD24-416A-BC5B-4F2C497D070F}" srcOrd="0" destOrd="0" presId="urn:microsoft.com/office/officeart/2008/layout/LinedList"/>
    <dgm:cxn modelId="{B6493D89-125E-4EF6-8396-F9E83B57CCA7}" type="presOf" srcId="{4E791A8E-A65A-47C8-884C-3F75298A282C}" destId="{4570F5AE-5C1A-4BE9-8771-80A39141540B}" srcOrd="0" destOrd="0" presId="urn:microsoft.com/office/officeart/2008/layout/LinedList"/>
    <dgm:cxn modelId="{BB9A3C91-9187-4C72-B563-E1EB7BA2E7ED}" type="presOf" srcId="{78A08302-F1E9-4D40-B0B3-304DADE82484}" destId="{D1752B43-C89D-4544-8EC3-2C537D556B53}" srcOrd="0" destOrd="0" presId="urn:microsoft.com/office/officeart/2008/layout/LinedList"/>
    <dgm:cxn modelId="{89EFBBAA-A346-4EDA-BCD9-375982504EEC}" srcId="{78A08302-F1E9-4D40-B0B3-304DADE82484}" destId="{E8CF598D-1673-4023-9B5B-8E7D26161346}" srcOrd="0" destOrd="0" parTransId="{93B148DC-29D1-4B95-990A-AA01BA90340F}" sibTransId="{99DDCE76-6DD5-4280-8FDC-AAE44637EAEF}"/>
    <dgm:cxn modelId="{7D92574F-59A9-4B04-8D6B-1F149AD53A92}" type="presParOf" srcId="{D1752B43-C89D-4544-8EC3-2C537D556B53}" destId="{0485EE68-BCCB-494B-8221-E4FB98973BFF}" srcOrd="0" destOrd="0" presId="urn:microsoft.com/office/officeart/2008/layout/LinedList"/>
    <dgm:cxn modelId="{C13A36F1-B12D-4508-8735-89267E958A2A}" type="presParOf" srcId="{D1752B43-C89D-4544-8EC3-2C537D556B53}" destId="{787EDAC4-2531-4ED2-AC1E-9D6F37077B41}" srcOrd="1" destOrd="0" presId="urn:microsoft.com/office/officeart/2008/layout/LinedList"/>
    <dgm:cxn modelId="{7DA811E7-BF86-4EAD-A1DC-836D5409A0D8}" type="presParOf" srcId="{787EDAC4-2531-4ED2-AC1E-9D6F37077B41}" destId="{84320D93-AD24-416A-BC5B-4F2C497D070F}" srcOrd="0" destOrd="0" presId="urn:microsoft.com/office/officeart/2008/layout/LinedList"/>
    <dgm:cxn modelId="{AC078D03-E836-4FF4-9AC0-94C198C3D0FC}" type="presParOf" srcId="{787EDAC4-2531-4ED2-AC1E-9D6F37077B41}" destId="{54D89607-8C30-4595-B7C0-0E6167E4B279}" srcOrd="1" destOrd="0" presId="urn:microsoft.com/office/officeart/2008/layout/LinedList"/>
    <dgm:cxn modelId="{E37C04A9-123C-47BA-A0B1-BB084FB36E7B}" type="presParOf" srcId="{D1752B43-C89D-4544-8EC3-2C537D556B53}" destId="{76A9DA7D-0187-4B47-B6B0-57D472790A96}" srcOrd="2" destOrd="0" presId="urn:microsoft.com/office/officeart/2008/layout/LinedList"/>
    <dgm:cxn modelId="{AE704153-579C-477C-B159-A76F4C5E4B4B}" type="presParOf" srcId="{D1752B43-C89D-4544-8EC3-2C537D556B53}" destId="{2BDF6178-D1AA-459F-86FE-D49CB2C8F488}" srcOrd="3" destOrd="0" presId="urn:microsoft.com/office/officeart/2008/layout/LinedList"/>
    <dgm:cxn modelId="{FF11C75E-AB14-495C-AE69-578B55198547}" type="presParOf" srcId="{2BDF6178-D1AA-459F-86FE-D49CB2C8F488}" destId="{281F6CF6-DF42-4776-B71F-0C43F967217D}" srcOrd="0" destOrd="0" presId="urn:microsoft.com/office/officeart/2008/layout/LinedList"/>
    <dgm:cxn modelId="{FFC3E246-97AA-4A43-B585-BDD7D42CF9C2}" type="presParOf" srcId="{2BDF6178-D1AA-459F-86FE-D49CB2C8F488}" destId="{8E9B3419-265C-46E7-AAAB-46ED48D30759}" srcOrd="1" destOrd="0" presId="urn:microsoft.com/office/officeart/2008/layout/LinedList"/>
    <dgm:cxn modelId="{FD6C09C6-EC66-4216-ABC4-A90850DD0931}" type="presParOf" srcId="{D1752B43-C89D-4544-8EC3-2C537D556B53}" destId="{CB104F04-035B-4644-B9D9-23781C6A4267}" srcOrd="4" destOrd="0" presId="urn:microsoft.com/office/officeart/2008/layout/LinedList"/>
    <dgm:cxn modelId="{5C2B4886-26DF-4EBD-99FD-2B4C904C2CE2}" type="presParOf" srcId="{D1752B43-C89D-4544-8EC3-2C537D556B53}" destId="{080C4B48-A1BC-4B18-BBFC-AD8CE37822E5}" srcOrd="5" destOrd="0" presId="urn:microsoft.com/office/officeart/2008/layout/LinedList"/>
    <dgm:cxn modelId="{7D0FFA6E-F338-4667-8118-0805EA795B5C}" type="presParOf" srcId="{080C4B48-A1BC-4B18-BBFC-AD8CE37822E5}" destId="{96D803A6-E406-4BEA-A522-49DFC2A68EFA}" srcOrd="0" destOrd="0" presId="urn:microsoft.com/office/officeart/2008/layout/LinedList"/>
    <dgm:cxn modelId="{1B4489D1-32C8-49F9-B8D8-6CE2E2267569}" type="presParOf" srcId="{080C4B48-A1BC-4B18-BBFC-AD8CE37822E5}" destId="{3BACEDA6-67DD-4EF3-9D19-41D98901344A}" srcOrd="1" destOrd="0" presId="urn:microsoft.com/office/officeart/2008/layout/LinedList"/>
    <dgm:cxn modelId="{37D8ADC1-11B7-4167-A9A9-B6C1832192DE}" type="presParOf" srcId="{D1752B43-C89D-4544-8EC3-2C537D556B53}" destId="{DF1E31BC-DC69-4477-B1B4-1422B414EC13}" srcOrd="6" destOrd="0" presId="urn:microsoft.com/office/officeart/2008/layout/LinedList"/>
    <dgm:cxn modelId="{E2055916-738C-42F3-9457-8077EC4C7BC7}" type="presParOf" srcId="{D1752B43-C89D-4544-8EC3-2C537D556B53}" destId="{A7490FDA-10A4-465A-A591-084CB1E53B2A}" srcOrd="7" destOrd="0" presId="urn:microsoft.com/office/officeart/2008/layout/LinedList"/>
    <dgm:cxn modelId="{5993B440-443E-464B-8C2C-D04E9003E84F}" type="presParOf" srcId="{A7490FDA-10A4-465A-A591-084CB1E53B2A}" destId="{4570F5AE-5C1A-4BE9-8771-80A39141540B}" srcOrd="0" destOrd="0" presId="urn:microsoft.com/office/officeart/2008/layout/LinedList"/>
    <dgm:cxn modelId="{78B17FA1-C9A6-4E16-A6A3-ABB84AF9664C}" type="presParOf" srcId="{A7490FDA-10A4-465A-A591-084CB1E53B2A}" destId="{2BBAFCA3-ACAC-4CA1-BABD-365A0A0A0C9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7733A9-61D3-46EE-BB89-6E83D59390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692512E-ABBD-4BF0-9502-AB6344803B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Hardware</a:t>
          </a:r>
          <a:r>
            <a:rPr lang="en-US" b="0" i="0" baseline="0"/>
            <a:t> – CPU, memory, I/O devices</a:t>
          </a:r>
          <a:endParaRPr lang="en-US"/>
        </a:p>
      </dgm:t>
    </dgm:pt>
    <dgm:pt modelId="{C73CEF52-F406-47D1-BDB7-377A26FF39FD}" type="parTrans" cxnId="{B4854738-BBA8-4A08-B2D5-D5429AAAF828}">
      <dgm:prSet/>
      <dgm:spPr/>
      <dgm:t>
        <a:bodyPr/>
        <a:lstStyle/>
        <a:p>
          <a:endParaRPr lang="en-US"/>
        </a:p>
      </dgm:t>
    </dgm:pt>
    <dgm:pt modelId="{6CE8B53D-AB82-4F1A-BB82-567E81B4FB7F}" type="sibTrans" cxnId="{B4854738-BBA8-4A08-B2D5-D5429AAAF828}">
      <dgm:prSet/>
      <dgm:spPr/>
      <dgm:t>
        <a:bodyPr/>
        <a:lstStyle/>
        <a:p>
          <a:endParaRPr lang="en-US"/>
        </a:p>
      </dgm:t>
    </dgm:pt>
    <dgm:pt modelId="{EFBAFFB3-64B4-49B9-B42B-3ACAAD443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Operating System</a:t>
          </a:r>
          <a:r>
            <a:rPr lang="en-US" b="0" i="0" baseline="0"/>
            <a:t> – Controls and coordinates hardware use</a:t>
          </a:r>
          <a:endParaRPr lang="en-US"/>
        </a:p>
      </dgm:t>
    </dgm:pt>
    <dgm:pt modelId="{A22FFD52-70A7-465F-9ED8-6DCF7D9A145F}" type="parTrans" cxnId="{9C67A37A-2036-4BE7-B82B-70092C4D5A23}">
      <dgm:prSet/>
      <dgm:spPr/>
      <dgm:t>
        <a:bodyPr/>
        <a:lstStyle/>
        <a:p>
          <a:endParaRPr lang="en-US"/>
        </a:p>
      </dgm:t>
    </dgm:pt>
    <dgm:pt modelId="{32672EB2-5C2B-4FBA-A164-78B5645A6D02}" type="sibTrans" cxnId="{9C67A37A-2036-4BE7-B82B-70092C4D5A23}">
      <dgm:prSet/>
      <dgm:spPr/>
      <dgm:t>
        <a:bodyPr/>
        <a:lstStyle/>
        <a:p>
          <a:endParaRPr lang="en-US"/>
        </a:p>
      </dgm:t>
    </dgm:pt>
    <dgm:pt modelId="{BF08E821-F614-4068-A424-266D6B0004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System Programs</a:t>
          </a:r>
          <a:r>
            <a:rPr lang="en-US" b="0" i="0" baseline="0" dirty="0"/>
            <a:t> – Utilities and tools for users: </a:t>
          </a:r>
          <a:r>
            <a:rPr lang="en-US" b="1" dirty="0"/>
            <a:t>file managers, compilers, linkers, assemblers, debuggers, and command-line tools</a:t>
          </a:r>
          <a:endParaRPr lang="en-US" dirty="0"/>
        </a:p>
      </dgm:t>
    </dgm:pt>
    <dgm:pt modelId="{A897EB97-1058-4040-97E7-8C6679E4AB5C}" type="parTrans" cxnId="{74FBD183-8BA5-4883-87E1-1D9B0B09C531}">
      <dgm:prSet/>
      <dgm:spPr/>
      <dgm:t>
        <a:bodyPr/>
        <a:lstStyle/>
        <a:p>
          <a:endParaRPr lang="en-US"/>
        </a:p>
      </dgm:t>
    </dgm:pt>
    <dgm:pt modelId="{A8833A4D-FE68-4D44-BEAC-58E547028AFD}" type="sibTrans" cxnId="{74FBD183-8BA5-4883-87E1-1D9B0B09C531}">
      <dgm:prSet/>
      <dgm:spPr/>
      <dgm:t>
        <a:bodyPr/>
        <a:lstStyle/>
        <a:p>
          <a:endParaRPr lang="en-US"/>
        </a:p>
      </dgm:t>
    </dgm:pt>
    <dgm:pt modelId="{8F89D816-485A-497D-B01A-9DE47B8208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Application Programs</a:t>
          </a:r>
          <a:r>
            <a:rPr lang="en-US" b="0" i="0" baseline="0" dirty="0"/>
            <a:t> – Software that performs user tasks: MS word, pdf reader</a:t>
          </a:r>
          <a:endParaRPr lang="en-US" dirty="0"/>
        </a:p>
      </dgm:t>
    </dgm:pt>
    <dgm:pt modelId="{909C4238-05C8-4D07-8563-7EA81640EB57}" type="parTrans" cxnId="{51E6E787-7273-4FFB-9C62-55EA0EC6A3E2}">
      <dgm:prSet/>
      <dgm:spPr/>
      <dgm:t>
        <a:bodyPr/>
        <a:lstStyle/>
        <a:p>
          <a:endParaRPr lang="en-US"/>
        </a:p>
      </dgm:t>
    </dgm:pt>
    <dgm:pt modelId="{79DC4059-3CF2-4779-B7F9-957A8619E4F0}" type="sibTrans" cxnId="{51E6E787-7273-4FFB-9C62-55EA0EC6A3E2}">
      <dgm:prSet/>
      <dgm:spPr/>
      <dgm:t>
        <a:bodyPr/>
        <a:lstStyle/>
        <a:p>
          <a:endParaRPr lang="en-US"/>
        </a:p>
      </dgm:t>
    </dgm:pt>
    <dgm:pt modelId="{BDC636AD-37A1-4CE1-9D89-ED5E3B9A2A4B}" type="pres">
      <dgm:prSet presAssocID="{237733A9-61D3-46EE-BB89-6E83D59390AA}" presName="root" presStyleCnt="0">
        <dgm:presLayoutVars>
          <dgm:dir/>
          <dgm:resizeHandles val="exact"/>
        </dgm:presLayoutVars>
      </dgm:prSet>
      <dgm:spPr/>
    </dgm:pt>
    <dgm:pt modelId="{1D46EA9F-9589-4D8C-A243-485C99E36E22}" type="pres">
      <dgm:prSet presAssocID="{0692512E-ABBD-4BF0-9502-AB6344803BD7}" presName="compNode" presStyleCnt="0"/>
      <dgm:spPr/>
    </dgm:pt>
    <dgm:pt modelId="{421145C1-9A02-4461-9E65-5EC36B6C6E9B}" type="pres">
      <dgm:prSet presAssocID="{0692512E-ABBD-4BF0-9502-AB6344803BD7}" presName="bgRect" presStyleLbl="bgShp" presStyleIdx="0" presStyleCnt="4"/>
      <dgm:spPr/>
    </dgm:pt>
    <dgm:pt modelId="{65F37C7C-50A5-4B67-9980-9185A10775A1}" type="pres">
      <dgm:prSet presAssocID="{0692512E-ABBD-4BF0-9502-AB6344803B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3810E2B-8CF1-433F-A298-6F7C897700B0}" type="pres">
      <dgm:prSet presAssocID="{0692512E-ABBD-4BF0-9502-AB6344803BD7}" presName="spaceRect" presStyleCnt="0"/>
      <dgm:spPr/>
    </dgm:pt>
    <dgm:pt modelId="{34620A46-D47B-4027-B5F8-3AFB004080DE}" type="pres">
      <dgm:prSet presAssocID="{0692512E-ABBD-4BF0-9502-AB6344803BD7}" presName="parTx" presStyleLbl="revTx" presStyleIdx="0" presStyleCnt="4">
        <dgm:presLayoutVars>
          <dgm:chMax val="0"/>
          <dgm:chPref val="0"/>
        </dgm:presLayoutVars>
      </dgm:prSet>
      <dgm:spPr/>
    </dgm:pt>
    <dgm:pt modelId="{A5866242-1C23-48E0-9C35-957ED51278CE}" type="pres">
      <dgm:prSet presAssocID="{6CE8B53D-AB82-4F1A-BB82-567E81B4FB7F}" presName="sibTrans" presStyleCnt="0"/>
      <dgm:spPr/>
    </dgm:pt>
    <dgm:pt modelId="{29148742-40B9-4AF3-B171-4A458A9D1FAD}" type="pres">
      <dgm:prSet presAssocID="{EFBAFFB3-64B4-49B9-B42B-3ACAAD443FD3}" presName="compNode" presStyleCnt="0"/>
      <dgm:spPr/>
    </dgm:pt>
    <dgm:pt modelId="{36FFD373-6C82-4143-A4EE-158ACEEBD3EA}" type="pres">
      <dgm:prSet presAssocID="{EFBAFFB3-64B4-49B9-B42B-3ACAAD443FD3}" presName="bgRect" presStyleLbl="bgShp" presStyleIdx="1" presStyleCnt="4"/>
      <dgm:spPr/>
    </dgm:pt>
    <dgm:pt modelId="{4BD1D718-9D62-4D35-B4D2-F6FC96F599DE}" type="pres">
      <dgm:prSet presAssocID="{EFBAFFB3-64B4-49B9-B42B-3ACAAD443F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78ED0EE9-1B6E-4072-A56A-947AC0F8227A}" type="pres">
      <dgm:prSet presAssocID="{EFBAFFB3-64B4-49B9-B42B-3ACAAD443FD3}" presName="spaceRect" presStyleCnt="0"/>
      <dgm:spPr/>
    </dgm:pt>
    <dgm:pt modelId="{2404FE11-F8ED-4727-9244-5B6C116E1467}" type="pres">
      <dgm:prSet presAssocID="{EFBAFFB3-64B4-49B9-B42B-3ACAAD443FD3}" presName="parTx" presStyleLbl="revTx" presStyleIdx="1" presStyleCnt="4">
        <dgm:presLayoutVars>
          <dgm:chMax val="0"/>
          <dgm:chPref val="0"/>
        </dgm:presLayoutVars>
      </dgm:prSet>
      <dgm:spPr/>
    </dgm:pt>
    <dgm:pt modelId="{E0514126-C447-448B-A53D-C826AB164707}" type="pres">
      <dgm:prSet presAssocID="{32672EB2-5C2B-4FBA-A164-78B5645A6D02}" presName="sibTrans" presStyleCnt="0"/>
      <dgm:spPr/>
    </dgm:pt>
    <dgm:pt modelId="{06ABBCA2-55D8-44D0-8D2C-8686332ACF88}" type="pres">
      <dgm:prSet presAssocID="{BF08E821-F614-4068-A424-266D6B0004B0}" presName="compNode" presStyleCnt="0"/>
      <dgm:spPr/>
    </dgm:pt>
    <dgm:pt modelId="{3DCD7DC3-552D-4A1F-BA61-362066DE48D5}" type="pres">
      <dgm:prSet presAssocID="{BF08E821-F614-4068-A424-266D6B0004B0}" presName="bgRect" presStyleLbl="bgShp" presStyleIdx="2" presStyleCnt="4"/>
      <dgm:spPr/>
    </dgm:pt>
    <dgm:pt modelId="{5597AAFE-C98B-4F9F-B867-FF53F10C0114}" type="pres">
      <dgm:prSet presAssocID="{BF08E821-F614-4068-A424-266D6B0004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DB54303-61D8-414A-899D-1CB69B63A20A}" type="pres">
      <dgm:prSet presAssocID="{BF08E821-F614-4068-A424-266D6B0004B0}" presName="spaceRect" presStyleCnt="0"/>
      <dgm:spPr/>
    </dgm:pt>
    <dgm:pt modelId="{660493D8-B72A-47CD-B719-48B1478E6DFD}" type="pres">
      <dgm:prSet presAssocID="{BF08E821-F614-4068-A424-266D6B0004B0}" presName="parTx" presStyleLbl="revTx" presStyleIdx="2" presStyleCnt="4">
        <dgm:presLayoutVars>
          <dgm:chMax val="0"/>
          <dgm:chPref val="0"/>
        </dgm:presLayoutVars>
      </dgm:prSet>
      <dgm:spPr/>
    </dgm:pt>
    <dgm:pt modelId="{9B53DB8F-8579-4A03-B31A-8FB878E1E2A3}" type="pres">
      <dgm:prSet presAssocID="{A8833A4D-FE68-4D44-BEAC-58E547028AFD}" presName="sibTrans" presStyleCnt="0"/>
      <dgm:spPr/>
    </dgm:pt>
    <dgm:pt modelId="{35D65EDF-2187-4656-82B6-04A02E0F1D3F}" type="pres">
      <dgm:prSet presAssocID="{8F89D816-485A-497D-B01A-9DE47B82085F}" presName="compNode" presStyleCnt="0"/>
      <dgm:spPr/>
    </dgm:pt>
    <dgm:pt modelId="{827E3870-01CA-473C-B2A6-ED8310C52201}" type="pres">
      <dgm:prSet presAssocID="{8F89D816-485A-497D-B01A-9DE47B82085F}" presName="bgRect" presStyleLbl="bgShp" presStyleIdx="3" presStyleCnt="4"/>
      <dgm:spPr/>
    </dgm:pt>
    <dgm:pt modelId="{D32BF0CC-245A-4ABE-8A4A-ACA56FDEDD7E}" type="pres">
      <dgm:prSet presAssocID="{8F89D816-485A-497D-B01A-9DE47B82085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C236DFC-5755-4423-B711-10C2B0ABE1C8}" type="pres">
      <dgm:prSet presAssocID="{8F89D816-485A-497D-B01A-9DE47B82085F}" presName="spaceRect" presStyleCnt="0"/>
      <dgm:spPr/>
    </dgm:pt>
    <dgm:pt modelId="{2FBCA126-7E99-4BB4-8AB7-A11CC55A70CC}" type="pres">
      <dgm:prSet presAssocID="{8F89D816-485A-497D-B01A-9DE47B82085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61F333-CC03-4770-852D-D1FEE86AFB15}" type="presOf" srcId="{BF08E821-F614-4068-A424-266D6B0004B0}" destId="{660493D8-B72A-47CD-B719-48B1478E6DFD}" srcOrd="0" destOrd="0" presId="urn:microsoft.com/office/officeart/2018/2/layout/IconVerticalSolidList"/>
    <dgm:cxn modelId="{B4854738-BBA8-4A08-B2D5-D5429AAAF828}" srcId="{237733A9-61D3-46EE-BB89-6E83D59390AA}" destId="{0692512E-ABBD-4BF0-9502-AB6344803BD7}" srcOrd="0" destOrd="0" parTransId="{C73CEF52-F406-47D1-BDB7-377A26FF39FD}" sibTransId="{6CE8B53D-AB82-4F1A-BB82-567E81B4FB7F}"/>
    <dgm:cxn modelId="{B0DF3D3C-B248-4AD9-9C24-5FEEC68715F3}" type="presOf" srcId="{0692512E-ABBD-4BF0-9502-AB6344803BD7}" destId="{34620A46-D47B-4027-B5F8-3AFB004080DE}" srcOrd="0" destOrd="0" presId="urn:microsoft.com/office/officeart/2018/2/layout/IconVerticalSolidList"/>
    <dgm:cxn modelId="{E828EF6C-447F-4675-9194-64E60089E9C5}" type="presOf" srcId="{EFBAFFB3-64B4-49B9-B42B-3ACAAD443FD3}" destId="{2404FE11-F8ED-4727-9244-5B6C116E1467}" srcOrd="0" destOrd="0" presId="urn:microsoft.com/office/officeart/2018/2/layout/IconVerticalSolidList"/>
    <dgm:cxn modelId="{A719E055-1B04-48B3-ACF9-0EF5F0396B6F}" type="presOf" srcId="{237733A9-61D3-46EE-BB89-6E83D59390AA}" destId="{BDC636AD-37A1-4CE1-9D89-ED5E3B9A2A4B}" srcOrd="0" destOrd="0" presId="urn:microsoft.com/office/officeart/2018/2/layout/IconVerticalSolidList"/>
    <dgm:cxn modelId="{9C67A37A-2036-4BE7-B82B-70092C4D5A23}" srcId="{237733A9-61D3-46EE-BB89-6E83D59390AA}" destId="{EFBAFFB3-64B4-49B9-B42B-3ACAAD443FD3}" srcOrd="1" destOrd="0" parTransId="{A22FFD52-70A7-465F-9ED8-6DCF7D9A145F}" sibTransId="{32672EB2-5C2B-4FBA-A164-78B5645A6D02}"/>
    <dgm:cxn modelId="{74FBD183-8BA5-4883-87E1-1D9B0B09C531}" srcId="{237733A9-61D3-46EE-BB89-6E83D59390AA}" destId="{BF08E821-F614-4068-A424-266D6B0004B0}" srcOrd="2" destOrd="0" parTransId="{A897EB97-1058-4040-97E7-8C6679E4AB5C}" sibTransId="{A8833A4D-FE68-4D44-BEAC-58E547028AFD}"/>
    <dgm:cxn modelId="{51E6E787-7273-4FFB-9C62-55EA0EC6A3E2}" srcId="{237733A9-61D3-46EE-BB89-6E83D59390AA}" destId="{8F89D816-485A-497D-B01A-9DE47B82085F}" srcOrd="3" destOrd="0" parTransId="{909C4238-05C8-4D07-8563-7EA81640EB57}" sibTransId="{79DC4059-3CF2-4779-B7F9-957A8619E4F0}"/>
    <dgm:cxn modelId="{4FBFD08D-F2ED-41E5-A8EC-CE2DBE420287}" type="presOf" srcId="{8F89D816-485A-497D-B01A-9DE47B82085F}" destId="{2FBCA126-7E99-4BB4-8AB7-A11CC55A70CC}" srcOrd="0" destOrd="0" presId="urn:microsoft.com/office/officeart/2018/2/layout/IconVerticalSolidList"/>
    <dgm:cxn modelId="{2F6553B2-F223-4146-A06A-D4BE890BC65E}" type="presParOf" srcId="{BDC636AD-37A1-4CE1-9D89-ED5E3B9A2A4B}" destId="{1D46EA9F-9589-4D8C-A243-485C99E36E22}" srcOrd="0" destOrd="0" presId="urn:microsoft.com/office/officeart/2018/2/layout/IconVerticalSolidList"/>
    <dgm:cxn modelId="{F0EC1110-896B-4052-A95C-78EE4218E258}" type="presParOf" srcId="{1D46EA9F-9589-4D8C-A243-485C99E36E22}" destId="{421145C1-9A02-4461-9E65-5EC36B6C6E9B}" srcOrd="0" destOrd="0" presId="urn:microsoft.com/office/officeart/2018/2/layout/IconVerticalSolidList"/>
    <dgm:cxn modelId="{1CAC48E6-9D97-4D38-A345-6C4B8297019C}" type="presParOf" srcId="{1D46EA9F-9589-4D8C-A243-485C99E36E22}" destId="{65F37C7C-50A5-4B67-9980-9185A10775A1}" srcOrd="1" destOrd="0" presId="urn:microsoft.com/office/officeart/2018/2/layout/IconVerticalSolidList"/>
    <dgm:cxn modelId="{9BB4B4FA-6026-4A4A-A3D5-80B81597F4B6}" type="presParOf" srcId="{1D46EA9F-9589-4D8C-A243-485C99E36E22}" destId="{93810E2B-8CF1-433F-A298-6F7C897700B0}" srcOrd="2" destOrd="0" presId="urn:microsoft.com/office/officeart/2018/2/layout/IconVerticalSolidList"/>
    <dgm:cxn modelId="{DDE93D3E-BF3A-429B-A06E-EF3E54996EFE}" type="presParOf" srcId="{1D46EA9F-9589-4D8C-A243-485C99E36E22}" destId="{34620A46-D47B-4027-B5F8-3AFB004080DE}" srcOrd="3" destOrd="0" presId="urn:microsoft.com/office/officeart/2018/2/layout/IconVerticalSolidList"/>
    <dgm:cxn modelId="{4D502832-AE7A-45A7-830A-44EA0CD5C736}" type="presParOf" srcId="{BDC636AD-37A1-4CE1-9D89-ED5E3B9A2A4B}" destId="{A5866242-1C23-48E0-9C35-957ED51278CE}" srcOrd="1" destOrd="0" presId="urn:microsoft.com/office/officeart/2018/2/layout/IconVerticalSolidList"/>
    <dgm:cxn modelId="{227EA194-067C-4887-A7A7-48C775914014}" type="presParOf" srcId="{BDC636AD-37A1-4CE1-9D89-ED5E3B9A2A4B}" destId="{29148742-40B9-4AF3-B171-4A458A9D1FAD}" srcOrd="2" destOrd="0" presId="urn:microsoft.com/office/officeart/2018/2/layout/IconVerticalSolidList"/>
    <dgm:cxn modelId="{DA2209ED-7486-4913-8694-C68D344A4546}" type="presParOf" srcId="{29148742-40B9-4AF3-B171-4A458A9D1FAD}" destId="{36FFD373-6C82-4143-A4EE-158ACEEBD3EA}" srcOrd="0" destOrd="0" presId="urn:microsoft.com/office/officeart/2018/2/layout/IconVerticalSolidList"/>
    <dgm:cxn modelId="{1DB5CC71-9B21-4E20-9E70-098C66BFF4C4}" type="presParOf" srcId="{29148742-40B9-4AF3-B171-4A458A9D1FAD}" destId="{4BD1D718-9D62-4D35-B4D2-F6FC96F599DE}" srcOrd="1" destOrd="0" presId="urn:microsoft.com/office/officeart/2018/2/layout/IconVerticalSolidList"/>
    <dgm:cxn modelId="{3E0F2212-FD38-424A-96FB-89AACD181AF1}" type="presParOf" srcId="{29148742-40B9-4AF3-B171-4A458A9D1FAD}" destId="{78ED0EE9-1B6E-4072-A56A-947AC0F8227A}" srcOrd="2" destOrd="0" presId="urn:microsoft.com/office/officeart/2018/2/layout/IconVerticalSolidList"/>
    <dgm:cxn modelId="{14AABB2A-92CB-4D5F-A80D-C304E6B3F0CA}" type="presParOf" srcId="{29148742-40B9-4AF3-B171-4A458A9D1FAD}" destId="{2404FE11-F8ED-4727-9244-5B6C116E1467}" srcOrd="3" destOrd="0" presId="urn:microsoft.com/office/officeart/2018/2/layout/IconVerticalSolidList"/>
    <dgm:cxn modelId="{0D425BC1-698B-43EE-860B-4EA4F985E040}" type="presParOf" srcId="{BDC636AD-37A1-4CE1-9D89-ED5E3B9A2A4B}" destId="{E0514126-C447-448B-A53D-C826AB164707}" srcOrd="3" destOrd="0" presId="urn:microsoft.com/office/officeart/2018/2/layout/IconVerticalSolidList"/>
    <dgm:cxn modelId="{211D693F-99AA-48FE-9BF7-0892B04CF048}" type="presParOf" srcId="{BDC636AD-37A1-4CE1-9D89-ED5E3B9A2A4B}" destId="{06ABBCA2-55D8-44D0-8D2C-8686332ACF88}" srcOrd="4" destOrd="0" presId="urn:microsoft.com/office/officeart/2018/2/layout/IconVerticalSolidList"/>
    <dgm:cxn modelId="{1EC891A9-B6D4-4EFE-9B87-23D9AC133D99}" type="presParOf" srcId="{06ABBCA2-55D8-44D0-8D2C-8686332ACF88}" destId="{3DCD7DC3-552D-4A1F-BA61-362066DE48D5}" srcOrd="0" destOrd="0" presId="urn:microsoft.com/office/officeart/2018/2/layout/IconVerticalSolidList"/>
    <dgm:cxn modelId="{B6D84C21-7F46-4D65-A26F-24E765362730}" type="presParOf" srcId="{06ABBCA2-55D8-44D0-8D2C-8686332ACF88}" destId="{5597AAFE-C98B-4F9F-B867-FF53F10C0114}" srcOrd="1" destOrd="0" presId="urn:microsoft.com/office/officeart/2018/2/layout/IconVerticalSolidList"/>
    <dgm:cxn modelId="{18E2419E-3623-4406-A54A-DA4D844D97C9}" type="presParOf" srcId="{06ABBCA2-55D8-44D0-8D2C-8686332ACF88}" destId="{ADB54303-61D8-414A-899D-1CB69B63A20A}" srcOrd="2" destOrd="0" presId="urn:microsoft.com/office/officeart/2018/2/layout/IconVerticalSolidList"/>
    <dgm:cxn modelId="{A82468AA-2FC0-443B-8ABF-BE0792832C98}" type="presParOf" srcId="{06ABBCA2-55D8-44D0-8D2C-8686332ACF88}" destId="{660493D8-B72A-47CD-B719-48B1478E6DFD}" srcOrd="3" destOrd="0" presId="urn:microsoft.com/office/officeart/2018/2/layout/IconVerticalSolidList"/>
    <dgm:cxn modelId="{B42E0FC4-2586-4EF8-8CB5-2ED6F8BD8013}" type="presParOf" srcId="{BDC636AD-37A1-4CE1-9D89-ED5E3B9A2A4B}" destId="{9B53DB8F-8579-4A03-B31A-8FB878E1E2A3}" srcOrd="5" destOrd="0" presId="urn:microsoft.com/office/officeart/2018/2/layout/IconVerticalSolidList"/>
    <dgm:cxn modelId="{2BE6A2F7-4640-466D-8C8E-5D63254304F0}" type="presParOf" srcId="{BDC636AD-37A1-4CE1-9D89-ED5E3B9A2A4B}" destId="{35D65EDF-2187-4656-82B6-04A02E0F1D3F}" srcOrd="6" destOrd="0" presId="urn:microsoft.com/office/officeart/2018/2/layout/IconVerticalSolidList"/>
    <dgm:cxn modelId="{74C17770-99AE-4380-8003-717AFA8768BC}" type="presParOf" srcId="{35D65EDF-2187-4656-82B6-04A02E0F1D3F}" destId="{827E3870-01CA-473C-B2A6-ED8310C52201}" srcOrd="0" destOrd="0" presId="urn:microsoft.com/office/officeart/2018/2/layout/IconVerticalSolidList"/>
    <dgm:cxn modelId="{E88507D0-A753-4E32-9176-EDB47EEDD232}" type="presParOf" srcId="{35D65EDF-2187-4656-82B6-04A02E0F1D3F}" destId="{D32BF0CC-245A-4ABE-8A4A-ACA56FDEDD7E}" srcOrd="1" destOrd="0" presId="urn:microsoft.com/office/officeart/2018/2/layout/IconVerticalSolidList"/>
    <dgm:cxn modelId="{C4314B8D-4381-4D18-881C-AAE10EBD1B8E}" type="presParOf" srcId="{35D65EDF-2187-4656-82B6-04A02E0F1D3F}" destId="{1C236DFC-5755-4423-B711-10C2B0ABE1C8}" srcOrd="2" destOrd="0" presId="urn:microsoft.com/office/officeart/2018/2/layout/IconVerticalSolidList"/>
    <dgm:cxn modelId="{1F524AE6-0C90-4A1B-8A08-238BD78A6E8A}" type="presParOf" srcId="{35D65EDF-2187-4656-82B6-04A02E0F1D3F}" destId="{2FBCA126-7E99-4BB4-8AB7-A11CC55A70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7018D8-2784-4F17-A5B8-B3C30B7ECF5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80D1DE8-2612-4A42-B39F-B415B6707A38}">
      <dgm:prSet/>
      <dgm:spPr/>
      <dgm:t>
        <a:bodyPr/>
        <a:lstStyle/>
        <a:p>
          <a:r>
            <a:rPr lang="en-US" b="1"/>
            <a:t>User Mode:</a:t>
          </a:r>
          <a:r>
            <a:rPr lang="en-US"/>
            <a:t> Limited privileges; runs user applications.</a:t>
          </a:r>
        </a:p>
      </dgm:t>
    </dgm:pt>
    <dgm:pt modelId="{67402652-21DF-4AE8-A3D9-4DB1A3D29DEA}" type="parTrans" cxnId="{17DB2822-0104-4DC6-802B-994B3012FE7D}">
      <dgm:prSet/>
      <dgm:spPr/>
      <dgm:t>
        <a:bodyPr/>
        <a:lstStyle/>
        <a:p>
          <a:endParaRPr lang="en-US"/>
        </a:p>
      </dgm:t>
    </dgm:pt>
    <dgm:pt modelId="{19DBBFE9-E6F8-4D6E-BCDE-FC34857E351D}" type="sibTrans" cxnId="{17DB2822-0104-4DC6-802B-994B3012FE7D}">
      <dgm:prSet/>
      <dgm:spPr/>
      <dgm:t>
        <a:bodyPr/>
        <a:lstStyle/>
        <a:p>
          <a:endParaRPr lang="en-US"/>
        </a:p>
      </dgm:t>
    </dgm:pt>
    <dgm:pt modelId="{0461C233-4B40-4E1B-8FF8-E65DECDF72BB}">
      <dgm:prSet/>
      <dgm:spPr/>
      <dgm:t>
        <a:bodyPr/>
        <a:lstStyle/>
        <a:p>
          <a:r>
            <a:rPr lang="en-US" b="1" dirty="0"/>
            <a:t>Kernel Mode:</a:t>
          </a:r>
          <a:r>
            <a:rPr lang="en-US" dirty="0"/>
            <a:t> Full control; runs OS </a:t>
          </a:r>
          <a:r>
            <a:rPr lang="en-US"/>
            <a:t>code.</a:t>
          </a:r>
          <a:endParaRPr lang="en-US" dirty="0"/>
        </a:p>
      </dgm:t>
    </dgm:pt>
    <dgm:pt modelId="{F2D9B795-6EA1-4530-9855-E0048ED80BBB}" type="parTrans" cxnId="{32AA603E-C8A3-44A9-9E64-63AF669B87F9}">
      <dgm:prSet/>
      <dgm:spPr/>
      <dgm:t>
        <a:bodyPr/>
        <a:lstStyle/>
        <a:p>
          <a:endParaRPr lang="en-US"/>
        </a:p>
      </dgm:t>
    </dgm:pt>
    <dgm:pt modelId="{EC5BA18C-1CC5-456E-BAA7-7C4839AA67E2}" type="sibTrans" cxnId="{32AA603E-C8A3-44A9-9E64-63AF669B87F9}">
      <dgm:prSet/>
      <dgm:spPr/>
      <dgm:t>
        <a:bodyPr/>
        <a:lstStyle/>
        <a:p>
          <a:endParaRPr lang="en-US"/>
        </a:p>
      </dgm:t>
    </dgm:pt>
    <dgm:pt modelId="{58E7C0E0-94D7-49CF-AAD1-85A8F28B1C47}" type="pres">
      <dgm:prSet presAssocID="{F27018D8-2784-4F17-A5B8-B3C30B7ECF52}" presName="linear" presStyleCnt="0">
        <dgm:presLayoutVars>
          <dgm:animLvl val="lvl"/>
          <dgm:resizeHandles val="exact"/>
        </dgm:presLayoutVars>
      </dgm:prSet>
      <dgm:spPr/>
    </dgm:pt>
    <dgm:pt modelId="{F8370E94-2891-459F-99D2-20102D146590}" type="pres">
      <dgm:prSet presAssocID="{180D1DE8-2612-4A42-B39F-B415B6707A3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1F750A-0F2F-4C71-8728-50C868102C87}" type="pres">
      <dgm:prSet presAssocID="{19DBBFE9-E6F8-4D6E-BCDE-FC34857E351D}" presName="spacer" presStyleCnt="0"/>
      <dgm:spPr/>
    </dgm:pt>
    <dgm:pt modelId="{224536D8-7259-4FB8-A32C-BDC7888E168C}" type="pres">
      <dgm:prSet presAssocID="{0461C233-4B40-4E1B-8FF8-E65DECDF72B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7DB2822-0104-4DC6-802B-994B3012FE7D}" srcId="{F27018D8-2784-4F17-A5B8-B3C30B7ECF52}" destId="{180D1DE8-2612-4A42-B39F-B415B6707A38}" srcOrd="0" destOrd="0" parTransId="{67402652-21DF-4AE8-A3D9-4DB1A3D29DEA}" sibTransId="{19DBBFE9-E6F8-4D6E-BCDE-FC34857E351D}"/>
    <dgm:cxn modelId="{42734928-8ED2-412F-9419-56C59CB0C9F7}" type="presOf" srcId="{0461C233-4B40-4E1B-8FF8-E65DECDF72BB}" destId="{224536D8-7259-4FB8-A32C-BDC7888E168C}" srcOrd="0" destOrd="0" presId="urn:microsoft.com/office/officeart/2005/8/layout/vList2"/>
    <dgm:cxn modelId="{32AA603E-C8A3-44A9-9E64-63AF669B87F9}" srcId="{F27018D8-2784-4F17-A5B8-B3C30B7ECF52}" destId="{0461C233-4B40-4E1B-8FF8-E65DECDF72BB}" srcOrd="1" destOrd="0" parTransId="{F2D9B795-6EA1-4530-9855-E0048ED80BBB}" sibTransId="{EC5BA18C-1CC5-456E-BAA7-7C4839AA67E2}"/>
    <dgm:cxn modelId="{A26F797C-A6CB-4EC7-BFEB-EF0F534E957D}" type="presOf" srcId="{F27018D8-2784-4F17-A5B8-B3C30B7ECF52}" destId="{58E7C0E0-94D7-49CF-AAD1-85A8F28B1C47}" srcOrd="0" destOrd="0" presId="urn:microsoft.com/office/officeart/2005/8/layout/vList2"/>
    <dgm:cxn modelId="{410F658B-ED66-48CA-BC23-45B0183F672D}" type="presOf" srcId="{180D1DE8-2612-4A42-B39F-B415B6707A38}" destId="{F8370E94-2891-459F-99D2-20102D146590}" srcOrd="0" destOrd="0" presId="urn:microsoft.com/office/officeart/2005/8/layout/vList2"/>
    <dgm:cxn modelId="{2925009A-9619-46FA-93DB-A697A0190DA7}" type="presParOf" srcId="{58E7C0E0-94D7-49CF-AAD1-85A8F28B1C47}" destId="{F8370E94-2891-459F-99D2-20102D146590}" srcOrd="0" destOrd="0" presId="urn:microsoft.com/office/officeart/2005/8/layout/vList2"/>
    <dgm:cxn modelId="{EE27A96D-C7F4-49B7-AC2A-B219381CC7F2}" type="presParOf" srcId="{58E7C0E0-94D7-49CF-AAD1-85A8F28B1C47}" destId="{041F750A-0F2F-4C71-8728-50C868102C87}" srcOrd="1" destOrd="0" presId="urn:microsoft.com/office/officeart/2005/8/layout/vList2"/>
    <dgm:cxn modelId="{27BFEF8A-1136-4C34-A162-58F6B81D44EF}" type="presParOf" srcId="{58E7C0E0-94D7-49CF-AAD1-85A8F28B1C47}" destId="{224536D8-7259-4FB8-A32C-BDC7888E16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70F76-B6BB-4FE7-86BD-CE62793214A4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5DD35-4549-4282-8574-458193E562C8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240B3-5FB2-4A8C-9E63-4231DC390EC4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 software layer that manages hardware and software resources.</a:t>
          </a:r>
          <a:endParaRPr lang="en-US" sz="2500" kern="1200"/>
        </a:p>
      </dsp:txBody>
      <dsp:txXfrm>
        <a:off x="1816103" y="671"/>
        <a:ext cx="4447536" cy="1572384"/>
      </dsp:txXfrm>
    </dsp:sp>
    <dsp:sp modelId="{06BF986B-76E1-47C5-ABDD-F026881B3122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007E9-1E80-474D-B6C0-118517808962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B279E-4554-4447-B489-F4524391820E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Acts as an intermediary between users and hardware.</a:t>
          </a:r>
          <a:endParaRPr lang="en-US" sz="2500" kern="1200"/>
        </a:p>
      </dsp:txBody>
      <dsp:txXfrm>
        <a:off x="1816103" y="1966151"/>
        <a:ext cx="4447536" cy="1572384"/>
      </dsp:txXfrm>
    </dsp:sp>
    <dsp:sp modelId="{607FF1A4-752C-4F6F-89D1-4F42031BF15F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5314E-7418-4C25-B0D5-2CFD010CBE47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631A6-AB86-4245-A001-7C56F67ADECD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Provides a stable, efficient environment for applications to run.</a:t>
          </a:r>
          <a:endParaRPr lang="en-US" sz="2500" kern="1200"/>
        </a:p>
      </dsp:txBody>
      <dsp:txXfrm>
        <a:off x="1816103" y="3931632"/>
        <a:ext cx="4447536" cy="15723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5EE68-BCCB-494B-8221-E4FB98973BFF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20D93-AD24-416A-BC5B-4F2C497D070F}">
      <dsp:nvSpPr>
        <dsp:cNvPr id="0" name=""/>
        <dsp:cNvSpPr/>
      </dsp:nvSpPr>
      <dsp:spPr>
        <a:xfrm>
          <a:off x="0" y="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Resource Management:</a:t>
          </a:r>
          <a:r>
            <a:rPr lang="en-US" sz="3000" b="0" i="0" kern="1200" baseline="0"/>
            <a:t> Controls CPU, memory, and I/O devices.</a:t>
          </a:r>
          <a:endParaRPr lang="en-US" sz="3000" kern="1200"/>
        </a:p>
      </dsp:txBody>
      <dsp:txXfrm>
        <a:off x="0" y="0"/>
        <a:ext cx="6245265" cy="1397336"/>
      </dsp:txXfrm>
    </dsp:sp>
    <dsp:sp modelId="{76A9DA7D-0187-4B47-B6B0-57D472790A96}">
      <dsp:nvSpPr>
        <dsp:cNvPr id="0" name=""/>
        <dsp:cNvSpPr/>
      </dsp:nvSpPr>
      <dsp:spPr>
        <a:xfrm>
          <a:off x="0" y="1397336"/>
          <a:ext cx="6245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F6CF6-DF42-4776-B71F-0C43F967217D}">
      <dsp:nvSpPr>
        <dsp:cNvPr id="0" name=""/>
        <dsp:cNvSpPr/>
      </dsp:nvSpPr>
      <dsp:spPr>
        <a:xfrm>
          <a:off x="0" y="1397336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Process Management:</a:t>
          </a:r>
          <a:r>
            <a:rPr lang="en-US" sz="3000" b="0" i="0" kern="1200" baseline="0"/>
            <a:t> Handles program execution and multitasking.</a:t>
          </a:r>
          <a:endParaRPr lang="en-US" sz="3000" kern="1200"/>
        </a:p>
      </dsp:txBody>
      <dsp:txXfrm>
        <a:off x="0" y="1397336"/>
        <a:ext cx="6245265" cy="1397336"/>
      </dsp:txXfrm>
    </dsp:sp>
    <dsp:sp modelId="{CB104F04-035B-4644-B9D9-23781C6A4267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803A6-E406-4BEA-A522-49DFC2A68EFA}">
      <dsp:nvSpPr>
        <dsp:cNvPr id="0" name=""/>
        <dsp:cNvSpPr/>
      </dsp:nvSpPr>
      <dsp:spPr>
        <a:xfrm>
          <a:off x="0" y="2794673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File Management:</a:t>
          </a:r>
          <a:r>
            <a:rPr lang="en-US" sz="3000" b="0" i="0" kern="1200" baseline="0"/>
            <a:t> Organizes data and provides access methods.</a:t>
          </a:r>
          <a:endParaRPr lang="en-US" sz="3000" kern="1200"/>
        </a:p>
      </dsp:txBody>
      <dsp:txXfrm>
        <a:off x="0" y="2794673"/>
        <a:ext cx="6245265" cy="1397336"/>
      </dsp:txXfrm>
    </dsp:sp>
    <dsp:sp modelId="{DF1E31BC-DC69-4477-B1B4-1422B414EC13}">
      <dsp:nvSpPr>
        <dsp:cNvPr id="0" name=""/>
        <dsp:cNvSpPr/>
      </dsp:nvSpPr>
      <dsp:spPr>
        <a:xfrm>
          <a:off x="0" y="4192010"/>
          <a:ext cx="6245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0F5AE-5C1A-4BE9-8771-80A39141540B}">
      <dsp:nvSpPr>
        <dsp:cNvPr id="0" name=""/>
        <dsp:cNvSpPr/>
      </dsp:nvSpPr>
      <dsp:spPr>
        <a:xfrm>
          <a:off x="0" y="419201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User Interface:</a:t>
          </a:r>
          <a:r>
            <a:rPr lang="en-US" sz="3000" b="0" i="0" kern="1200" baseline="0"/>
            <a:t> Provides command-line or graphical interfaces.</a:t>
          </a:r>
          <a:endParaRPr lang="en-US" sz="3000" kern="1200"/>
        </a:p>
      </dsp:txBody>
      <dsp:txXfrm>
        <a:off x="0" y="4192010"/>
        <a:ext cx="6245265" cy="13973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145C1-9A02-4461-9E65-5EC36B6C6E9B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37C7C-50A5-4B67-9980-9185A10775A1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20A46-D47B-4027-B5F8-3AFB004080DE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Hardware</a:t>
          </a:r>
          <a:r>
            <a:rPr lang="en-US" sz="1700" b="0" i="0" kern="1200" baseline="0"/>
            <a:t> – CPU, memory, I/O devices</a:t>
          </a:r>
          <a:endParaRPr lang="en-US" sz="1700" kern="1200"/>
        </a:p>
      </dsp:txBody>
      <dsp:txXfrm>
        <a:off x="1357965" y="2319"/>
        <a:ext cx="4887299" cy="1175727"/>
      </dsp:txXfrm>
    </dsp:sp>
    <dsp:sp modelId="{36FFD373-6C82-4143-A4EE-158ACEEBD3E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1D718-9D62-4D35-B4D2-F6FC96F599DE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4FE11-F8ED-4727-9244-5B6C116E1467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Operating System</a:t>
          </a:r>
          <a:r>
            <a:rPr lang="en-US" sz="1700" b="0" i="0" kern="1200" baseline="0"/>
            <a:t> – Controls and coordinates hardware use</a:t>
          </a:r>
          <a:endParaRPr lang="en-US" sz="1700" kern="1200"/>
        </a:p>
      </dsp:txBody>
      <dsp:txXfrm>
        <a:off x="1357965" y="1471979"/>
        <a:ext cx="4887299" cy="1175727"/>
      </dsp:txXfrm>
    </dsp:sp>
    <dsp:sp modelId="{3DCD7DC3-552D-4A1F-BA61-362066DE48D5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7AAFE-C98B-4F9F-B867-FF53F10C0114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493D8-B72A-47CD-B719-48B1478E6DFD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System Programs</a:t>
          </a:r>
          <a:r>
            <a:rPr lang="en-US" sz="1700" b="0" i="0" kern="1200" baseline="0" dirty="0"/>
            <a:t> – Utilities and tools for users: </a:t>
          </a:r>
          <a:r>
            <a:rPr lang="en-US" sz="1700" b="1" kern="1200" dirty="0"/>
            <a:t>file managers, compilers, linkers, assemblers, debuggers, and command-line tools</a:t>
          </a:r>
          <a:endParaRPr lang="en-US" sz="1700" kern="1200" dirty="0"/>
        </a:p>
      </dsp:txBody>
      <dsp:txXfrm>
        <a:off x="1357965" y="2941639"/>
        <a:ext cx="4887299" cy="1175727"/>
      </dsp:txXfrm>
    </dsp:sp>
    <dsp:sp modelId="{827E3870-01CA-473C-B2A6-ED8310C52201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BF0CC-245A-4ABE-8A4A-ACA56FDEDD7E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CA126-7E99-4BB4-8AB7-A11CC55A70CC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Application Programs</a:t>
          </a:r>
          <a:r>
            <a:rPr lang="en-US" sz="1700" b="0" i="0" kern="1200" baseline="0" dirty="0"/>
            <a:t> – Software that performs user tasks: MS word, pdf reader</a:t>
          </a:r>
          <a:endParaRPr lang="en-US" sz="1700" kern="1200" dirty="0"/>
        </a:p>
      </dsp:txBody>
      <dsp:txXfrm>
        <a:off x="1357965" y="4411299"/>
        <a:ext cx="4887299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70E94-2891-459F-99D2-20102D146590}">
      <dsp:nvSpPr>
        <dsp:cNvPr id="0" name=""/>
        <dsp:cNvSpPr/>
      </dsp:nvSpPr>
      <dsp:spPr>
        <a:xfrm>
          <a:off x="0" y="61474"/>
          <a:ext cx="6301601" cy="28044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kern="1200"/>
            <a:t>User Mode:</a:t>
          </a:r>
          <a:r>
            <a:rPr lang="en-US" sz="5100" kern="1200"/>
            <a:t> Limited privileges; runs user applications.</a:t>
          </a:r>
        </a:p>
      </dsp:txBody>
      <dsp:txXfrm>
        <a:off x="136904" y="198378"/>
        <a:ext cx="6027793" cy="2530681"/>
      </dsp:txXfrm>
    </dsp:sp>
    <dsp:sp modelId="{224536D8-7259-4FB8-A32C-BDC7888E168C}">
      <dsp:nvSpPr>
        <dsp:cNvPr id="0" name=""/>
        <dsp:cNvSpPr/>
      </dsp:nvSpPr>
      <dsp:spPr>
        <a:xfrm>
          <a:off x="0" y="3012844"/>
          <a:ext cx="6301601" cy="280448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kern="1200" dirty="0"/>
            <a:t>Kernel Mode:</a:t>
          </a:r>
          <a:r>
            <a:rPr lang="en-US" sz="5100" kern="1200" dirty="0"/>
            <a:t> Full control; runs OS </a:t>
          </a:r>
          <a:r>
            <a:rPr lang="en-US" sz="5100" kern="1200"/>
            <a:t>code.</a:t>
          </a:r>
          <a:endParaRPr lang="en-US" sz="5100" kern="1200" dirty="0"/>
        </a:p>
      </dsp:txBody>
      <dsp:txXfrm>
        <a:off x="136904" y="3149748"/>
        <a:ext cx="6027793" cy="2530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B8B0-5E62-55ED-B0E5-734891983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46605-455A-F167-7973-7E0E82A45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697F-4049-80A5-B31B-751BF6EE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A1822-29A1-BD4D-F3E0-15DA8AAC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B48D6-09D8-8068-EE93-BB30952A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9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17A15-6B30-272A-8C88-25097EFC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CC02-B5D8-3D4C-91F9-E24F48F49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BF8A9-D402-C287-4A56-A1A132AC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86638-8BCB-FF0D-1B5E-57CE9087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D2342-054A-AFE2-B3F1-03361475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D436-2310-B2AA-C17E-228DEBC4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2802A-1774-FF54-3753-669AA9230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D019F-FAA6-8FF5-923B-F98D0C1C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E27AE-D5AB-DFB9-1C97-811BA335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A93C0-1EEC-57CD-AD4B-2CF18D5E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4DE1-4792-E04B-E68D-335E8C90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E9B91-52F9-54A4-41D3-2CB0CCCF0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49E1D-5D6E-E314-128B-AD7C93827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AA40A-B681-5F27-C4B4-915BD71B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9AF7E-F2DD-5E38-39B2-99DF60B8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6FB93-9EAF-F599-086A-7B1E626F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3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94AA-BE03-9495-3719-136C56DD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AD1F1-6C84-2EF4-1DE3-9A3A25F76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2C268-03F1-1A2A-B717-CEA599CED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E2F02-AE5B-5516-34AA-9942C0495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66BF6E-AD40-9FEB-EB17-D6F338410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63A73-A075-9E0F-5254-287127B8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FB069-6078-9AF7-3C04-34125E87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16458-954A-9B72-5E4E-9F136A98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1013-95AA-92DC-3B5D-F60D8D0E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91553-2681-7E45-B751-B4F07D38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61BCF-4259-B06B-FFD1-F791A032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8293F-ACFB-85B9-A0A1-F29B6E4F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4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2AF13-CADC-6248-9556-70652A79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FD5FE-E4DF-BFFB-9149-DDE68F04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2F2F2-664E-E52F-CC4E-25D8B259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3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6437-1A86-D157-C2F8-20E66F42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34E21-C723-390C-FFBB-95E42D0C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3D03E-DB54-5D1E-71A2-D74E481FC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AEB2D-0944-5258-9E56-4C3E3D41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A41AB-78B9-DCE4-9EDE-702E6BCB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59D91-1B9D-2BA6-8D4D-4DAAF0A9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0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8ADA-23F5-A45A-87EC-22C85940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520C8-57CA-8315-5B79-5FA9C08E4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7D453-46CF-C0B6-404A-AA96588B5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00884-2BD2-D26D-D9B4-F06DDEC5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1E27-E966-024E-1F02-A13BD298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CBA1F-1755-E62C-64CA-119759A2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0F15-A75F-F617-5A22-7949FAE9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6DB2E-AC0C-25FB-D3F8-40FBDF2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DE9CF-0C43-8B2F-9A47-A390272F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47643-9407-243E-B623-D418D6E2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47E17-C26A-AB46-B8C1-D3B4F11C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150DA4-404E-1360-A1CE-4DD4C87CF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A3235-EC34-F8BD-F310-1709F8DA4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C2757-F1A3-562A-CEEE-0993C84F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D6EB4-14F9-DB0A-D414-C935C9A9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C211E-D2E1-8616-DACB-B483961D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8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DD644F-3B39-8807-35DB-97F069B4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24B29-0D5F-DC6C-35DB-180272ABC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1E36A-4A1D-27B2-1497-CF81118F2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DFFAC-214C-49B0-A598-F596BF3C2B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3D5CA-F4D6-47CD-A693-7D119242A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B022C-24E7-417D-2077-E80318BAD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824D7-B0DA-483C-8C7F-90E36B69C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7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972E-C4C5-6A59-5278-CE555ED9D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CE57D-7F3B-977A-B191-84B9119207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 M Ikram kays</a:t>
            </a:r>
          </a:p>
        </p:txBody>
      </p:sp>
    </p:spTree>
    <p:extLst>
      <p:ext uri="{BB962C8B-B14F-4D97-AF65-F5344CB8AC3E}">
        <p14:creationId xmlns:p14="http://schemas.microsoft.com/office/powerpoint/2010/main" val="197403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4BCCC-1AC6-ACD8-C904-2950BE8D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What is an Operating System?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9A383EC-1706-18CE-311D-08040D27C6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64461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77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C23B7-E7B1-821F-53B6-089F6A3A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Main Functions of an OS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AE7342B8-6DF6-472B-9DEE-09BE907A7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44029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706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800B8-4838-7993-FD16-C9EC75E2A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Evolution of Operating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585BF8-1FC1-E0CA-A706-255AB7640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543329"/>
              </p:ext>
            </p:extLst>
          </p:nvPr>
        </p:nvGraphicFramePr>
        <p:xfrm>
          <a:off x="1403054" y="2112579"/>
          <a:ext cx="9409834" cy="4192807"/>
        </p:xfrm>
        <a:graphic>
          <a:graphicData uri="http://schemas.openxmlformats.org/drawingml/2006/table">
            <a:tbl>
              <a:tblPr/>
              <a:tblGrid>
                <a:gridCol w="1949107">
                  <a:extLst>
                    <a:ext uri="{9D8B030D-6E8A-4147-A177-3AD203B41FA5}">
                      <a16:colId xmlns:a16="http://schemas.microsoft.com/office/drawing/2014/main" val="962283311"/>
                    </a:ext>
                  </a:extLst>
                </a:gridCol>
                <a:gridCol w="3541961">
                  <a:extLst>
                    <a:ext uri="{9D8B030D-6E8A-4147-A177-3AD203B41FA5}">
                      <a16:colId xmlns:a16="http://schemas.microsoft.com/office/drawing/2014/main" val="3378996991"/>
                    </a:ext>
                  </a:extLst>
                </a:gridCol>
                <a:gridCol w="3918766">
                  <a:extLst>
                    <a:ext uri="{9D8B030D-6E8A-4147-A177-3AD203B41FA5}">
                      <a16:colId xmlns:a16="http://schemas.microsoft.com/office/drawing/2014/main" val="2141773720"/>
                    </a:ext>
                  </a:extLst>
                </a:gridCol>
              </a:tblGrid>
              <a:tr h="542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Generation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Type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Description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992797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1st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Batch Systems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Jobs run one at a time, no interaction.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510159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2nd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Time-Sharing Systems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Multiple users share CPU time.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968882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3rd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Distributed Systems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Computers linked over a network.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734168"/>
                  </a:ext>
                </a:extLst>
              </a:tr>
              <a:tr h="912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4th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Mobile/Embedded OS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Used in phones, IoT devices, etc.</a:t>
                      </a:r>
                    </a:p>
                  </a:txBody>
                  <a:tcPr marL="123318" marR="123318" marT="61659" marB="61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65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992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Difference Between Time Sharing and Multitasking - Comparison Summary">
            <a:extLst>
              <a:ext uri="{FF2B5EF4-FFF2-40B4-BE49-F238E27FC236}">
                <a16:creationId xmlns:a16="http://schemas.microsoft.com/office/drawing/2014/main" id="{41B4BDAE-9C73-6E4A-504B-9E57502F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934" y="1308208"/>
            <a:ext cx="4616434" cy="406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2" name="Picture 6" descr="What is the Difference Between Time Sharing and Multitasking - Pediaa.Com">
            <a:extLst>
              <a:ext uri="{FF2B5EF4-FFF2-40B4-BE49-F238E27FC236}">
                <a16:creationId xmlns:a16="http://schemas.microsoft.com/office/drawing/2014/main" id="{8A50F24F-AF4A-52B2-E0C8-84FDFEB77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33" y="2247975"/>
            <a:ext cx="4644528" cy="218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938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D579D-364E-8B96-5EE2-4C7F66A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Layers of a Computer System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181BEC7-7B2B-2593-367E-FCE78186E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28759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6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53D4F-0FF2-59A5-C7D0-ABF99876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Operating Modes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986FC0-14BE-11FE-60E3-257D3E0BEA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61541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841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839839-D5C0-7B3E-CD72-5794BD799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User vs Kernel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273E5-0C75-883A-70C5-3A7C8071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20" y="1675227"/>
            <a:ext cx="9349359" cy="4394199"/>
          </a:xfrm>
          <a:prstGeom prst="rect">
            <a:avLst/>
          </a:prstGeom>
        </p:spPr>
      </p:pic>
      <p:sp>
        <p:nvSpPr>
          <p:cNvPr id="4" name="AutoShape 4" descr="OS Introduction">
            <a:extLst>
              <a:ext uri="{FF2B5EF4-FFF2-40B4-BE49-F238E27FC236}">
                <a16:creationId xmlns:a16="http://schemas.microsoft.com/office/drawing/2014/main" id="{A92A8322-ACC7-5284-05AF-42666F678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5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876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E7A38-93DE-E6C7-A1A1-102A66C2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call</a:t>
            </a:r>
          </a:p>
        </p:txBody>
      </p:sp>
      <p:pic>
        <p:nvPicPr>
          <p:cNvPr id="7170" name="Picture 2" descr="Workings of a System Call in OS">
            <a:extLst>
              <a:ext uri="{FF2B5EF4-FFF2-40B4-BE49-F238E27FC236}">
                <a16:creationId xmlns:a16="http://schemas.microsoft.com/office/drawing/2014/main" id="{1DEAE445-FB07-A3F6-0753-C5A9A34071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85227" y="961812"/>
            <a:ext cx="7094945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93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DB270-A180-921B-5621-9C7D5437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54AC6-8D6F-9592-0281-D65B53C1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A user program calls a library function (e.g., printf() in C)</a:t>
            </a:r>
          </a:p>
          <a:p>
            <a:r>
              <a:rPr lang="en-US" sz="2000"/>
              <a:t>The function internally triggers a system call (e.g., write() syscall)</a:t>
            </a:r>
          </a:p>
          <a:p>
            <a:r>
              <a:rPr lang="en-US" sz="2000"/>
              <a:t>the CPU </a:t>
            </a:r>
            <a:r>
              <a:rPr lang="en-US" sz="2000" b="1"/>
              <a:t>switches temporarily</a:t>
            </a:r>
            <a:r>
              <a:rPr lang="en-US" sz="2000"/>
              <a:t> from </a:t>
            </a:r>
            <a:r>
              <a:rPr lang="en-US" sz="2000" b="1"/>
              <a:t>user mode → kernel mode</a:t>
            </a:r>
            <a:r>
              <a:rPr lang="en-US" sz="2000"/>
              <a:t>.</a:t>
            </a:r>
          </a:p>
          <a:p>
            <a:r>
              <a:rPr lang="en-US" sz="2000"/>
              <a:t>The kernel executes the requested service.</a:t>
            </a:r>
          </a:p>
          <a:p>
            <a:r>
              <a:rPr lang="en-US" sz="2000"/>
              <a:t>Control returns to the user program.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E20D5AA2-8B0F-C0B5-ACC8-36AAB238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6" r="438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32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3BC74756-2229-1E27-98FE-1B1573B22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3" r="8504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214C4-0392-CD5B-5236-ADF3B1D0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Multiprocessor and Multicore Systems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421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72" name="Rectangle 617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BF7E7-7B1D-7CAE-6C0F-3BBB06C5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100"/>
              <a:t>Multiprocessor Systems</a:t>
            </a:r>
          </a:p>
        </p:txBody>
      </p:sp>
      <p:sp>
        <p:nvSpPr>
          <p:cNvPr id="617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681989-46D0-7C4D-77E2-B35C547DAF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Two or more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separate CPUs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one computer.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Shared memory and devices.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Used in servers and high-performance systems.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Advantages: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High throughput, reliability.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Drawbacks: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Expensive and complex to manage.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CC6E3B7-57E1-4D78-3CE3-B47EEB3C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1" r="-1" b="9751"/>
          <a:stretch>
            <a:fillRect/>
          </a:stretch>
        </p:blipFill>
        <p:spPr bwMode="auto">
          <a:xfrm>
            <a:off x="902861" y="2290936"/>
            <a:ext cx="10374086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271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71053-F4DF-C9D2-9F59-8928F01C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000"/>
              <a:t>Multicore Systems</a:t>
            </a:r>
          </a:p>
        </p:txBody>
      </p:sp>
      <p:pic>
        <p:nvPicPr>
          <p:cNvPr id="5122" name="Picture 2" descr="A Multi Core Processor Premium-grade + A7 Gen 3 Processor">
            <a:extLst>
              <a:ext uri="{FF2B5EF4-FFF2-40B4-BE49-F238E27FC236}">
                <a16:creationId xmlns:a16="http://schemas.microsoft.com/office/drawing/2014/main" id="{9CC3D92C-144A-9685-7825-D7A7C9B32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936" y="1600246"/>
            <a:ext cx="5458968" cy="365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135D2A-EDA6-C737-9733-B6C5FB3785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Multiple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processing cores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within one CPU chip.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Each core can handle tasks independently.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Found in most modern PCs, laptops, and smartphones.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Advantages: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Energy efficient, cost-effective, compact design.</a:t>
            </a:r>
          </a:p>
        </p:txBody>
      </p:sp>
    </p:spTree>
    <p:extLst>
      <p:ext uri="{BB962C8B-B14F-4D97-AF65-F5344CB8AC3E}">
        <p14:creationId xmlns:p14="http://schemas.microsoft.com/office/powerpoint/2010/main" val="174881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2ED08-F7D7-E4EB-9451-55A6D445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Comparison Table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2731EF-CB50-B53A-4D72-E91CC64C76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213098"/>
              </p:ext>
            </p:extLst>
          </p:nvPr>
        </p:nvGraphicFramePr>
        <p:xfrm>
          <a:off x="1254897" y="2228087"/>
          <a:ext cx="9682206" cy="394887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606748">
                  <a:extLst>
                    <a:ext uri="{9D8B030D-6E8A-4147-A177-3AD203B41FA5}">
                      <a16:colId xmlns:a16="http://schemas.microsoft.com/office/drawing/2014/main" val="3762701989"/>
                    </a:ext>
                  </a:extLst>
                </a:gridCol>
                <a:gridCol w="3337612">
                  <a:extLst>
                    <a:ext uri="{9D8B030D-6E8A-4147-A177-3AD203B41FA5}">
                      <a16:colId xmlns:a16="http://schemas.microsoft.com/office/drawing/2014/main" val="1824215910"/>
                    </a:ext>
                  </a:extLst>
                </a:gridCol>
                <a:gridCol w="3737846">
                  <a:extLst>
                    <a:ext uri="{9D8B030D-6E8A-4147-A177-3AD203B41FA5}">
                      <a16:colId xmlns:a16="http://schemas.microsoft.com/office/drawing/2014/main" val="1236393166"/>
                    </a:ext>
                  </a:extLst>
                </a:gridCol>
              </a:tblGrid>
              <a:tr h="5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Feature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Multiprocessor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Multicore</a:t>
                      </a:r>
                    </a:p>
                  </a:txBody>
                  <a:tcPr marL="125291" marR="125291" marT="62645" marB="62645" anchor="ctr"/>
                </a:tc>
                <a:extLst>
                  <a:ext uri="{0D108BD9-81ED-4DB2-BD59-A6C34878D82A}">
                    <a16:rowId xmlns:a16="http://schemas.microsoft.com/office/drawing/2014/main" val="2472187066"/>
                  </a:ext>
                </a:extLst>
              </a:tr>
              <a:tr h="5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Physical CPUs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Multiple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Single</a:t>
                      </a:r>
                    </a:p>
                  </a:txBody>
                  <a:tcPr marL="125291" marR="125291" marT="62645" marB="62645" anchor="ctr"/>
                </a:tc>
                <a:extLst>
                  <a:ext uri="{0D108BD9-81ED-4DB2-BD59-A6C34878D82A}">
                    <a16:rowId xmlns:a16="http://schemas.microsoft.com/office/drawing/2014/main" val="1622402822"/>
                  </a:ext>
                </a:extLst>
              </a:tr>
              <a:tr h="905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Cores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Each CPU may have several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Multiple on one chip</a:t>
                      </a:r>
                    </a:p>
                  </a:txBody>
                  <a:tcPr marL="125291" marR="125291" marT="62645" marB="62645" anchor="ctr"/>
                </a:tc>
                <a:extLst>
                  <a:ext uri="{0D108BD9-81ED-4DB2-BD59-A6C34878D82A}">
                    <a16:rowId xmlns:a16="http://schemas.microsoft.com/office/drawing/2014/main" val="1511350163"/>
                  </a:ext>
                </a:extLst>
              </a:tr>
              <a:tr h="5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Communication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Between CPUs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Between cores</a:t>
                      </a:r>
                    </a:p>
                  </a:txBody>
                  <a:tcPr marL="125291" marR="125291" marT="62645" marB="62645" anchor="ctr"/>
                </a:tc>
                <a:extLst>
                  <a:ext uri="{0D108BD9-81ED-4DB2-BD59-A6C34878D82A}">
                    <a16:rowId xmlns:a16="http://schemas.microsoft.com/office/drawing/2014/main" val="1356416241"/>
                  </a:ext>
                </a:extLst>
              </a:tr>
              <a:tr h="5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Cost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High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Lower</a:t>
                      </a:r>
                    </a:p>
                  </a:txBody>
                  <a:tcPr marL="125291" marR="125291" marT="62645" marB="62645" anchor="ctr"/>
                </a:tc>
                <a:extLst>
                  <a:ext uri="{0D108BD9-81ED-4DB2-BD59-A6C34878D82A}">
                    <a16:rowId xmlns:a16="http://schemas.microsoft.com/office/drawing/2014/main" val="3794437431"/>
                  </a:ext>
                </a:extLst>
              </a:tr>
              <a:tr h="905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Example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Dual-CPU Server</a:t>
                      </a:r>
                    </a:p>
                  </a:txBody>
                  <a:tcPr marL="125291" marR="125291" marT="62645" marB="626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Intel Core i5 (8-core, 12-thread)</a:t>
                      </a:r>
                    </a:p>
                  </a:txBody>
                  <a:tcPr marL="125291" marR="125291" marT="62645" marB="62645" anchor="ctr"/>
                </a:tc>
                <a:extLst>
                  <a:ext uri="{0D108BD9-81ED-4DB2-BD59-A6C34878D82A}">
                    <a16:rowId xmlns:a16="http://schemas.microsoft.com/office/drawing/2014/main" val="2934784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321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76607-A30C-F850-C6C2-EC181CFE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What is an Operating System Interface?</a:t>
            </a:r>
          </a:p>
        </p:txBody>
      </p:sp>
      <p:sp>
        <p:nvSpPr>
          <p:cNvPr id="206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hat is operating system? Functions, Types, Types of User Interface">
            <a:extLst>
              <a:ext uri="{FF2B5EF4-FFF2-40B4-BE49-F238E27FC236}">
                <a16:creationId xmlns:a16="http://schemas.microsoft.com/office/drawing/2014/main" id="{145592D4-A918-A3EC-D744-B19B8A6E6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48652"/>
            <a:ext cx="6894576" cy="387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C272-B7C5-5998-F137-48F5D9C67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/>
              <a:t>Two major types:</a:t>
            </a:r>
          </a:p>
          <a:p>
            <a:r>
              <a:rPr lang="en-US" sz="2000" b="1"/>
              <a:t>Command-Line Interface (CLI)</a:t>
            </a:r>
            <a:r>
              <a:rPr lang="en-US" sz="2000"/>
              <a:t> – e.g., Bash, PowerShell.</a:t>
            </a:r>
          </a:p>
          <a:p>
            <a:r>
              <a:rPr lang="en-US" sz="2000" b="1"/>
              <a:t>Graphical User Interface (GUI)</a:t>
            </a:r>
            <a:r>
              <a:rPr lang="en-US" sz="2000"/>
              <a:t> – e.g., Windows, GNOME.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6249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2" name="Rectangle 3091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4" name="Oval 3093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110A7-A832-B232-A385-4FB4380CA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Operating System Services</a:t>
            </a:r>
          </a:p>
        </p:txBody>
      </p:sp>
      <p:sp>
        <p:nvSpPr>
          <p:cNvPr id="3091" name="Arc 309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3" name="Oval 309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8B90AB-072D-4C3D-6C36-3FCD132475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Program Execution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load and run programs.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I/O Operations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read/write files and devices.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File System Manipulation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create, delete, read, write, search files.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Communication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exchange data between processes.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Error Detection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handle and report errors.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Resource Allocation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CPU, memory, I/O devices.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Accounting &amp; Protection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track usage, ensure safe access.</a:t>
            </a:r>
          </a:p>
        </p:txBody>
      </p:sp>
    </p:spTree>
    <p:extLst>
      <p:ext uri="{BB962C8B-B14F-4D97-AF65-F5344CB8AC3E}">
        <p14:creationId xmlns:p14="http://schemas.microsoft.com/office/powerpoint/2010/main" val="396206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523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Introduction to Operating Systems</vt:lpstr>
      <vt:lpstr>What is an Operating System?</vt:lpstr>
      <vt:lpstr>Main Functions of an OS</vt:lpstr>
      <vt:lpstr>Evolution of Operating Systems</vt:lpstr>
      <vt:lpstr>PowerPoint Presentation</vt:lpstr>
      <vt:lpstr>Layers of a Computer System</vt:lpstr>
      <vt:lpstr>Operating Modes</vt:lpstr>
      <vt:lpstr>User vs Kernel</vt:lpstr>
      <vt:lpstr>System call</vt:lpstr>
      <vt:lpstr>Example</vt:lpstr>
      <vt:lpstr>Multiprocessor and Multicore Systems</vt:lpstr>
      <vt:lpstr>Multiprocessor Systems</vt:lpstr>
      <vt:lpstr>Multicore Systems</vt:lpstr>
      <vt:lpstr>Comparison Table</vt:lpstr>
      <vt:lpstr>What is an Operating System Interface?</vt:lpstr>
      <vt:lpstr>Operating System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 M IKRAM KAYS</dc:creator>
  <cp:lastModifiedBy>H M IKRAM KAYS</cp:lastModifiedBy>
  <cp:revision>2</cp:revision>
  <dcterms:created xsi:type="dcterms:W3CDTF">2025-11-03T04:27:11Z</dcterms:created>
  <dcterms:modified xsi:type="dcterms:W3CDTF">2025-11-03T09:24:49Z</dcterms:modified>
</cp:coreProperties>
</file>