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393" r:id="rId6"/>
    <p:sldId id="260" r:id="rId7"/>
    <p:sldId id="408" r:id="rId8"/>
    <p:sldId id="394" r:id="rId9"/>
    <p:sldId id="409" r:id="rId10"/>
    <p:sldId id="410" r:id="rId11"/>
    <p:sldId id="411" r:id="rId12"/>
    <p:sldId id="375" r:id="rId13"/>
    <p:sldId id="412" r:id="rId14"/>
    <p:sldId id="416" r:id="rId15"/>
    <p:sldId id="413" r:id="rId16"/>
    <p:sldId id="414" r:id="rId17"/>
    <p:sldId id="4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706F01-8815-4EDE-8064-126CFB7A1C9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5585D9-4104-4385-A647-E98842A66AB1}">
      <dgm:prSet/>
      <dgm:spPr/>
      <dgm:t>
        <a:bodyPr/>
        <a:lstStyle/>
        <a:p>
          <a:r>
            <a:rPr lang="en-US"/>
            <a:t>Main memory – only large storage media that the CPU can access directly</a:t>
          </a:r>
        </a:p>
      </dgm:t>
    </dgm:pt>
    <dgm:pt modelId="{18F410F3-4EE2-45EA-A134-D7DE350E3C7D}" type="parTrans" cxnId="{410258E2-B210-4D07-922C-A456B19960DE}">
      <dgm:prSet/>
      <dgm:spPr/>
      <dgm:t>
        <a:bodyPr/>
        <a:lstStyle/>
        <a:p>
          <a:endParaRPr lang="en-US"/>
        </a:p>
      </dgm:t>
    </dgm:pt>
    <dgm:pt modelId="{149A3887-D18B-4463-88F9-E5D840C8B556}" type="sibTrans" cxnId="{410258E2-B210-4D07-922C-A456B19960DE}">
      <dgm:prSet/>
      <dgm:spPr/>
      <dgm:t>
        <a:bodyPr/>
        <a:lstStyle/>
        <a:p>
          <a:endParaRPr lang="en-US"/>
        </a:p>
      </dgm:t>
    </dgm:pt>
    <dgm:pt modelId="{4CB7BC06-C04F-43FA-B74F-968FF85D396A}">
      <dgm:prSet/>
      <dgm:spPr/>
      <dgm:t>
        <a:bodyPr/>
        <a:lstStyle/>
        <a:p>
          <a:r>
            <a:rPr lang="en-US" b="1"/>
            <a:t>Random access</a:t>
          </a:r>
          <a:endParaRPr lang="en-US"/>
        </a:p>
      </dgm:t>
    </dgm:pt>
    <dgm:pt modelId="{44B3FFAE-898E-4B19-A287-F36F3F98C73D}" type="parTrans" cxnId="{54B34F58-F9C5-4EC1-A318-0B800313261D}">
      <dgm:prSet/>
      <dgm:spPr/>
      <dgm:t>
        <a:bodyPr/>
        <a:lstStyle/>
        <a:p>
          <a:endParaRPr lang="en-US"/>
        </a:p>
      </dgm:t>
    </dgm:pt>
    <dgm:pt modelId="{646ACEA9-EA85-42F2-9A00-7F56E3551D82}" type="sibTrans" cxnId="{54B34F58-F9C5-4EC1-A318-0B800313261D}">
      <dgm:prSet/>
      <dgm:spPr/>
      <dgm:t>
        <a:bodyPr/>
        <a:lstStyle/>
        <a:p>
          <a:endParaRPr lang="en-US"/>
        </a:p>
      </dgm:t>
    </dgm:pt>
    <dgm:pt modelId="{BAB9CB3D-2FF3-4BE9-A1EB-0B1909B90DC2}">
      <dgm:prSet/>
      <dgm:spPr/>
      <dgm:t>
        <a:bodyPr/>
        <a:lstStyle/>
        <a:p>
          <a:r>
            <a:rPr lang="en-US"/>
            <a:t>Typically </a:t>
          </a:r>
          <a:r>
            <a:rPr lang="en-US" b="1"/>
            <a:t>volatile</a:t>
          </a:r>
          <a:endParaRPr lang="en-US"/>
        </a:p>
      </dgm:t>
    </dgm:pt>
    <dgm:pt modelId="{754E55B2-6999-449B-9AF4-3C93256F9B45}" type="parTrans" cxnId="{D5CE8BCE-4248-4119-BFB4-9D2AA3E16343}">
      <dgm:prSet/>
      <dgm:spPr/>
      <dgm:t>
        <a:bodyPr/>
        <a:lstStyle/>
        <a:p>
          <a:endParaRPr lang="en-US"/>
        </a:p>
      </dgm:t>
    </dgm:pt>
    <dgm:pt modelId="{B48D475A-D262-4677-8B05-4969BD876BFD}" type="sibTrans" cxnId="{D5CE8BCE-4248-4119-BFB4-9D2AA3E16343}">
      <dgm:prSet/>
      <dgm:spPr/>
      <dgm:t>
        <a:bodyPr/>
        <a:lstStyle/>
        <a:p>
          <a:endParaRPr lang="en-US"/>
        </a:p>
      </dgm:t>
    </dgm:pt>
    <dgm:pt modelId="{D955FA4C-16DB-4047-BB7C-E40BCD506A13}">
      <dgm:prSet/>
      <dgm:spPr/>
      <dgm:t>
        <a:bodyPr/>
        <a:lstStyle/>
        <a:p>
          <a:r>
            <a:rPr lang="en-US"/>
            <a:t>Typically</a:t>
          </a:r>
          <a:r>
            <a:rPr lang="en-US" b="1"/>
            <a:t> random-access memory </a:t>
          </a:r>
          <a:r>
            <a:rPr lang="en-US"/>
            <a:t>in the form of </a:t>
          </a:r>
          <a:r>
            <a:rPr lang="en-US" b="1"/>
            <a:t>Dynamic Random-access Memory (DRAM)</a:t>
          </a:r>
          <a:endParaRPr lang="en-US"/>
        </a:p>
      </dgm:t>
    </dgm:pt>
    <dgm:pt modelId="{CA74217E-731A-4C1E-A5E4-0E0DCCF57572}" type="parTrans" cxnId="{C6F0EABF-38ED-453F-AE03-CD9BA7C55023}">
      <dgm:prSet/>
      <dgm:spPr/>
      <dgm:t>
        <a:bodyPr/>
        <a:lstStyle/>
        <a:p>
          <a:endParaRPr lang="en-US"/>
        </a:p>
      </dgm:t>
    </dgm:pt>
    <dgm:pt modelId="{C52C60BB-14AE-4103-BD09-D0C7165AAD01}" type="sibTrans" cxnId="{C6F0EABF-38ED-453F-AE03-CD9BA7C55023}">
      <dgm:prSet/>
      <dgm:spPr/>
      <dgm:t>
        <a:bodyPr/>
        <a:lstStyle/>
        <a:p>
          <a:endParaRPr lang="en-US"/>
        </a:p>
      </dgm:t>
    </dgm:pt>
    <dgm:pt modelId="{6DED7184-4746-4428-AB9A-D5B94CDB006E}">
      <dgm:prSet/>
      <dgm:spPr/>
      <dgm:t>
        <a:bodyPr/>
        <a:lstStyle/>
        <a:p>
          <a:r>
            <a:rPr lang="en-US"/>
            <a:t>Secondary storage – extension of main memory that provides large </a:t>
          </a:r>
          <a:r>
            <a:rPr lang="en-US" b="1"/>
            <a:t>nonvolatile </a:t>
          </a:r>
          <a:r>
            <a:rPr lang="en-US"/>
            <a:t>storage capacity</a:t>
          </a:r>
        </a:p>
      </dgm:t>
    </dgm:pt>
    <dgm:pt modelId="{B7B6044F-8BB4-4FBD-B62D-49E74BD923A0}" type="parTrans" cxnId="{DA66DDA7-9A17-47A3-8E8E-E6A597AC7CFA}">
      <dgm:prSet/>
      <dgm:spPr/>
      <dgm:t>
        <a:bodyPr/>
        <a:lstStyle/>
        <a:p>
          <a:endParaRPr lang="en-US"/>
        </a:p>
      </dgm:t>
    </dgm:pt>
    <dgm:pt modelId="{B974C407-C2CA-4E6A-935E-0C79DB88E796}" type="sibTrans" cxnId="{DA66DDA7-9A17-47A3-8E8E-E6A597AC7CFA}">
      <dgm:prSet/>
      <dgm:spPr/>
      <dgm:t>
        <a:bodyPr/>
        <a:lstStyle/>
        <a:p>
          <a:endParaRPr lang="en-US"/>
        </a:p>
      </dgm:t>
    </dgm:pt>
    <dgm:pt modelId="{2273D20F-17F1-4BBF-B52E-56DDDF929B4E}" type="pres">
      <dgm:prSet presAssocID="{09706F01-8815-4EDE-8064-126CFB7A1C94}" presName="linear" presStyleCnt="0">
        <dgm:presLayoutVars>
          <dgm:animLvl val="lvl"/>
          <dgm:resizeHandles val="exact"/>
        </dgm:presLayoutVars>
      </dgm:prSet>
      <dgm:spPr/>
    </dgm:pt>
    <dgm:pt modelId="{B23EDC2C-190C-4581-80D4-D8FF50733092}" type="pres">
      <dgm:prSet presAssocID="{8C5585D9-4104-4385-A647-E98842A66AB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D8621F4-55E6-4579-902B-64B13CB0CC18}" type="pres">
      <dgm:prSet presAssocID="{8C5585D9-4104-4385-A647-E98842A66AB1}" presName="childText" presStyleLbl="revTx" presStyleIdx="0" presStyleCnt="1">
        <dgm:presLayoutVars>
          <dgm:bulletEnabled val="1"/>
        </dgm:presLayoutVars>
      </dgm:prSet>
      <dgm:spPr/>
    </dgm:pt>
    <dgm:pt modelId="{C39A56AF-7FAA-491D-BBB1-BB57D066A3A0}" type="pres">
      <dgm:prSet presAssocID="{6DED7184-4746-4428-AB9A-D5B94CDB006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CFE296E-56EF-4D28-8AE0-AB52CDBC417A}" type="presOf" srcId="{8C5585D9-4104-4385-A647-E98842A66AB1}" destId="{B23EDC2C-190C-4581-80D4-D8FF50733092}" srcOrd="0" destOrd="0" presId="urn:microsoft.com/office/officeart/2005/8/layout/vList2"/>
    <dgm:cxn modelId="{B065F850-2287-4270-BAF2-A30D8E7077B7}" type="presOf" srcId="{BAB9CB3D-2FF3-4BE9-A1EB-0B1909B90DC2}" destId="{7D8621F4-55E6-4579-902B-64B13CB0CC18}" srcOrd="0" destOrd="1" presId="urn:microsoft.com/office/officeart/2005/8/layout/vList2"/>
    <dgm:cxn modelId="{54B34F58-F9C5-4EC1-A318-0B800313261D}" srcId="{8C5585D9-4104-4385-A647-E98842A66AB1}" destId="{4CB7BC06-C04F-43FA-B74F-968FF85D396A}" srcOrd="0" destOrd="0" parTransId="{44B3FFAE-898E-4B19-A287-F36F3F98C73D}" sibTransId="{646ACEA9-EA85-42F2-9A00-7F56E3551D82}"/>
    <dgm:cxn modelId="{DA66DDA7-9A17-47A3-8E8E-E6A597AC7CFA}" srcId="{09706F01-8815-4EDE-8064-126CFB7A1C94}" destId="{6DED7184-4746-4428-AB9A-D5B94CDB006E}" srcOrd="1" destOrd="0" parTransId="{B7B6044F-8BB4-4FBD-B62D-49E74BD923A0}" sibTransId="{B974C407-C2CA-4E6A-935E-0C79DB88E796}"/>
    <dgm:cxn modelId="{883CA9BC-A4C8-40CC-A37C-7FC9E83FCACA}" type="presOf" srcId="{6DED7184-4746-4428-AB9A-D5B94CDB006E}" destId="{C39A56AF-7FAA-491D-BBB1-BB57D066A3A0}" srcOrd="0" destOrd="0" presId="urn:microsoft.com/office/officeart/2005/8/layout/vList2"/>
    <dgm:cxn modelId="{C6F0EABF-38ED-453F-AE03-CD9BA7C55023}" srcId="{8C5585D9-4104-4385-A647-E98842A66AB1}" destId="{D955FA4C-16DB-4047-BB7C-E40BCD506A13}" srcOrd="2" destOrd="0" parTransId="{CA74217E-731A-4C1E-A5E4-0E0DCCF57572}" sibTransId="{C52C60BB-14AE-4103-BD09-D0C7165AAD01}"/>
    <dgm:cxn modelId="{D5CE8BCE-4248-4119-BFB4-9D2AA3E16343}" srcId="{8C5585D9-4104-4385-A647-E98842A66AB1}" destId="{BAB9CB3D-2FF3-4BE9-A1EB-0B1909B90DC2}" srcOrd="1" destOrd="0" parTransId="{754E55B2-6999-449B-9AF4-3C93256F9B45}" sibTransId="{B48D475A-D262-4677-8B05-4969BD876BFD}"/>
    <dgm:cxn modelId="{8B78BAD0-CF6C-46CA-9255-6A17F2478249}" type="presOf" srcId="{4CB7BC06-C04F-43FA-B74F-968FF85D396A}" destId="{7D8621F4-55E6-4579-902B-64B13CB0CC18}" srcOrd="0" destOrd="0" presId="urn:microsoft.com/office/officeart/2005/8/layout/vList2"/>
    <dgm:cxn modelId="{DE0819DF-E463-48F4-856F-2FCDF28E00FE}" type="presOf" srcId="{09706F01-8815-4EDE-8064-126CFB7A1C94}" destId="{2273D20F-17F1-4BBF-B52E-56DDDF929B4E}" srcOrd="0" destOrd="0" presId="urn:microsoft.com/office/officeart/2005/8/layout/vList2"/>
    <dgm:cxn modelId="{410258E2-B210-4D07-922C-A456B19960DE}" srcId="{09706F01-8815-4EDE-8064-126CFB7A1C94}" destId="{8C5585D9-4104-4385-A647-E98842A66AB1}" srcOrd="0" destOrd="0" parTransId="{18F410F3-4EE2-45EA-A134-D7DE350E3C7D}" sibTransId="{149A3887-D18B-4463-88F9-E5D840C8B556}"/>
    <dgm:cxn modelId="{19069FF2-92B1-4CB0-835B-43B74967AAEA}" type="presOf" srcId="{D955FA4C-16DB-4047-BB7C-E40BCD506A13}" destId="{7D8621F4-55E6-4579-902B-64B13CB0CC18}" srcOrd="0" destOrd="2" presId="urn:microsoft.com/office/officeart/2005/8/layout/vList2"/>
    <dgm:cxn modelId="{9AD3C979-2F4F-4894-BE28-087F7703E050}" type="presParOf" srcId="{2273D20F-17F1-4BBF-B52E-56DDDF929B4E}" destId="{B23EDC2C-190C-4581-80D4-D8FF50733092}" srcOrd="0" destOrd="0" presId="urn:microsoft.com/office/officeart/2005/8/layout/vList2"/>
    <dgm:cxn modelId="{71D47320-9923-4564-B930-EAD3A13DCD6F}" type="presParOf" srcId="{2273D20F-17F1-4BBF-B52E-56DDDF929B4E}" destId="{7D8621F4-55E6-4579-902B-64B13CB0CC18}" srcOrd="1" destOrd="0" presId="urn:microsoft.com/office/officeart/2005/8/layout/vList2"/>
    <dgm:cxn modelId="{8EC9D63B-69DC-49CC-8329-5F3AE0DD6D97}" type="presParOf" srcId="{2273D20F-17F1-4BBF-B52E-56DDDF929B4E}" destId="{C39A56AF-7FAA-491D-BBB1-BB57D066A3A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E12234-9EE9-4E25-883B-37434949181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8C2D67-C599-4604-8D82-896EB5547493}">
      <dgm:prSet/>
      <dgm:spPr/>
      <dgm:t>
        <a:bodyPr/>
        <a:lstStyle/>
        <a:p>
          <a:r>
            <a:rPr lang="en-US" b="1"/>
            <a:t>Hard Disk Drives </a:t>
          </a:r>
          <a:r>
            <a:rPr lang="en-US"/>
            <a:t>(</a:t>
          </a:r>
          <a:r>
            <a:rPr lang="en-US" b="1"/>
            <a:t>HDD</a:t>
          </a:r>
          <a:r>
            <a:rPr lang="en-US"/>
            <a:t>) – rigid metal or glass platters covered with magnetic recording material </a:t>
          </a:r>
        </a:p>
      </dgm:t>
    </dgm:pt>
    <dgm:pt modelId="{6AF2B3D2-12D8-49C5-BDBC-77CFE4D44627}" type="parTrans" cxnId="{B6C0EE0A-875E-4655-B857-94D9999135D8}">
      <dgm:prSet/>
      <dgm:spPr/>
      <dgm:t>
        <a:bodyPr/>
        <a:lstStyle/>
        <a:p>
          <a:endParaRPr lang="en-US"/>
        </a:p>
      </dgm:t>
    </dgm:pt>
    <dgm:pt modelId="{F39FFC9E-6408-4F36-A098-975BA3E452DE}" type="sibTrans" cxnId="{B6C0EE0A-875E-4655-B857-94D9999135D8}">
      <dgm:prSet/>
      <dgm:spPr/>
      <dgm:t>
        <a:bodyPr/>
        <a:lstStyle/>
        <a:p>
          <a:endParaRPr lang="en-US"/>
        </a:p>
      </dgm:t>
    </dgm:pt>
    <dgm:pt modelId="{5E1E6ED1-CB36-439F-B93F-9ABC19C2DFDF}">
      <dgm:prSet/>
      <dgm:spPr/>
      <dgm:t>
        <a:bodyPr/>
        <a:lstStyle/>
        <a:p>
          <a:r>
            <a:rPr lang="en-US"/>
            <a:t>Disk surface is logically divided into</a:t>
          </a:r>
          <a:r>
            <a:rPr lang="en-US" b="1"/>
            <a:t> tracks</a:t>
          </a:r>
          <a:r>
            <a:rPr lang="en-US"/>
            <a:t>, which are subdivided into </a:t>
          </a:r>
          <a:r>
            <a:rPr lang="en-US" b="1"/>
            <a:t>sectors</a:t>
          </a:r>
          <a:endParaRPr lang="en-US"/>
        </a:p>
      </dgm:t>
    </dgm:pt>
    <dgm:pt modelId="{ECA9C027-EE21-4E58-A858-D241E6068410}" type="parTrans" cxnId="{8A1560AA-516C-4FD3-A604-684683977EAA}">
      <dgm:prSet/>
      <dgm:spPr/>
      <dgm:t>
        <a:bodyPr/>
        <a:lstStyle/>
        <a:p>
          <a:endParaRPr lang="en-US"/>
        </a:p>
      </dgm:t>
    </dgm:pt>
    <dgm:pt modelId="{31F4C494-8744-4C25-AA90-9BB5D7DA3E73}" type="sibTrans" cxnId="{8A1560AA-516C-4FD3-A604-684683977EAA}">
      <dgm:prSet/>
      <dgm:spPr/>
      <dgm:t>
        <a:bodyPr/>
        <a:lstStyle/>
        <a:p>
          <a:endParaRPr lang="en-US"/>
        </a:p>
      </dgm:t>
    </dgm:pt>
    <dgm:pt modelId="{58E75AD4-D094-4C2B-A109-B82E5FFC924D}">
      <dgm:prSet/>
      <dgm:spPr/>
      <dgm:t>
        <a:bodyPr/>
        <a:lstStyle/>
        <a:p>
          <a:r>
            <a:rPr lang="en-US"/>
            <a:t>The </a:t>
          </a:r>
          <a:r>
            <a:rPr lang="en-US" b="1"/>
            <a:t>disk controller </a:t>
          </a:r>
          <a:r>
            <a:rPr lang="en-US"/>
            <a:t>determines the logical interaction between the device and the computer </a:t>
          </a:r>
        </a:p>
      </dgm:t>
    </dgm:pt>
    <dgm:pt modelId="{12BB0D3A-8C50-4268-A4FE-8FB3CB127606}" type="parTrans" cxnId="{466FD5CE-6F20-4761-9111-DACF38588EDA}">
      <dgm:prSet/>
      <dgm:spPr/>
      <dgm:t>
        <a:bodyPr/>
        <a:lstStyle/>
        <a:p>
          <a:endParaRPr lang="en-US"/>
        </a:p>
      </dgm:t>
    </dgm:pt>
    <dgm:pt modelId="{37123A46-90CD-4C50-BC2F-9DE5E459802A}" type="sibTrans" cxnId="{466FD5CE-6F20-4761-9111-DACF38588EDA}">
      <dgm:prSet/>
      <dgm:spPr/>
      <dgm:t>
        <a:bodyPr/>
        <a:lstStyle/>
        <a:p>
          <a:endParaRPr lang="en-US"/>
        </a:p>
      </dgm:t>
    </dgm:pt>
    <dgm:pt modelId="{5E9CAE4E-B152-4A3F-8492-0D436AD74D3A}">
      <dgm:prSet/>
      <dgm:spPr/>
      <dgm:t>
        <a:bodyPr/>
        <a:lstStyle/>
        <a:p>
          <a:r>
            <a:rPr lang="en-US" b="1"/>
            <a:t>Non-volatile memory</a:t>
          </a:r>
          <a:r>
            <a:rPr lang="en-US"/>
            <a:t> (</a:t>
          </a:r>
          <a:r>
            <a:rPr lang="en-US" b="1"/>
            <a:t>NVM</a:t>
          </a:r>
          <a:r>
            <a:rPr lang="en-US"/>
            <a:t>)</a:t>
          </a:r>
          <a:r>
            <a:rPr lang="en-US" b="1"/>
            <a:t> </a:t>
          </a:r>
          <a:r>
            <a:rPr lang="en-US"/>
            <a:t>devices– faster than hard disks, nonvolatile</a:t>
          </a:r>
        </a:p>
      </dgm:t>
    </dgm:pt>
    <dgm:pt modelId="{3B2E5323-3968-4B70-89C1-63B1B7734BAF}" type="parTrans" cxnId="{B457E2EC-306A-40EE-90CA-CFE064873333}">
      <dgm:prSet/>
      <dgm:spPr/>
      <dgm:t>
        <a:bodyPr/>
        <a:lstStyle/>
        <a:p>
          <a:endParaRPr lang="en-US"/>
        </a:p>
      </dgm:t>
    </dgm:pt>
    <dgm:pt modelId="{F3C95C45-7C5F-4A00-869A-45EAA2EF6A34}" type="sibTrans" cxnId="{B457E2EC-306A-40EE-90CA-CFE064873333}">
      <dgm:prSet/>
      <dgm:spPr/>
      <dgm:t>
        <a:bodyPr/>
        <a:lstStyle/>
        <a:p>
          <a:endParaRPr lang="en-US"/>
        </a:p>
      </dgm:t>
    </dgm:pt>
    <dgm:pt modelId="{49072557-35BD-442F-97E8-1151D51EEBDA}">
      <dgm:prSet/>
      <dgm:spPr/>
      <dgm:t>
        <a:bodyPr/>
        <a:lstStyle/>
        <a:p>
          <a:r>
            <a:rPr lang="en-US"/>
            <a:t>Various technologies</a:t>
          </a:r>
        </a:p>
      </dgm:t>
    </dgm:pt>
    <dgm:pt modelId="{8B50AB43-9530-45F9-AA6A-CE9DC1C30028}" type="parTrans" cxnId="{6508AD7F-D0DB-4C8C-8D91-8C62DE8B3623}">
      <dgm:prSet/>
      <dgm:spPr/>
      <dgm:t>
        <a:bodyPr/>
        <a:lstStyle/>
        <a:p>
          <a:endParaRPr lang="en-US"/>
        </a:p>
      </dgm:t>
    </dgm:pt>
    <dgm:pt modelId="{95D584CB-8A1A-4B72-BFDD-13570CF38FEC}" type="sibTrans" cxnId="{6508AD7F-D0DB-4C8C-8D91-8C62DE8B3623}">
      <dgm:prSet/>
      <dgm:spPr/>
      <dgm:t>
        <a:bodyPr/>
        <a:lstStyle/>
        <a:p>
          <a:endParaRPr lang="en-US"/>
        </a:p>
      </dgm:t>
    </dgm:pt>
    <dgm:pt modelId="{C5D4BB7E-EAA3-4496-B771-6D15FE639D68}">
      <dgm:prSet/>
      <dgm:spPr/>
      <dgm:t>
        <a:bodyPr/>
        <a:lstStyle/>
        <a:p>
          <a:r>
            <a:rPr lang="en-US"/>
            <a:t>Becoming more popular as capacity and performance increases, price drops</a:t>
          </a:r>
        </a:p>
      </dgm:t>
    </dgm:pt>
    <dgm:pt modelId="{4C97DE45-9C4A-4400-BC99-755A17801CCF}" type="parTrans" cxnId="{8D529255-E5C6-4C51-ADAD-9DDB27DE363B}">
      <dgm:prSet/>
      <dgm:spPr/>
      <dgm:t>
        <a:bodyPr/>
        <a:lstStyle/>
        <a:p>
          <a:endParaRPr lang="en-US"/>
        </a:p>
      </dgm:t>
    </dgm:pt>
    <dgm:pt modelId="{4D753DB5-9287-4C9C-A7EB-D82B7A5D34B9}" type="sibTrans" cxnId="{8D529255-E5C6-4C51-ADAD-9DDB27DE363B}">
      <dgm:prSet/>
      <dgm:spPr/>
      <dgm:t>
        <a:bodyPr/>
        <a:lstStyle/>
        <a:p>
          <a:endParaRPr lang="en-US"/>
        </a:p>
      </dgm:t>
    </dgm:pt>
    <dgm:pt modelId="{3D032BFB-D211-440F-A4AD-921B39B64F24}" type="pres">
      <dgm:prSet presAssocID="{EFE12234-9EE9-4E25-883B-374349491819}" presName="linear" presStyleCnt="0">
        <dgm:presLayoutVars>
          <dgm:animLvl val="lvl"/>
          <dgm:resizeHandles val="exact"/>
        </dgm:presLayoutVars>
      </dgm:prSet>
      <dgm:spPr/>
    </dgm:pt>
    <dgm:pt modelId="{D1FE8B24-CBD8-4C6B-8B3A-CC64FD5E4653}" type="pres">
      <dgm:prSet presAssocID="{C38C2D67-C599-4604-8D82-896EB55474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6088513-D171-4E81-ACA4-10C90CFFBE13}" type="pres">
      <dgm:prSet presAssocID="{C38C2D67-C599-4604-8D82-896EB5547493}" presName="childText" presStyleLbl="revTx" presStyleIdx="0" presStyleCnt="2">
        <dgm:presLayoutVars>
          <dgm:bulletEnabled val="1"/>
        </dgm:presLayoutVars>
      </dgm:prSet>
      <dgm:spPr/>
    </dgm:pt>
    <dgm:pt modelId="{CBCD99A4-BD5A-42C8-BB9D-798E7E7589F1}" type="pres">
      <dgm:prSet presAssocID="{5E9CAE4E-B152-4A3F-8492-0D436AD74D3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68BAED-A0B0-454B-A92A-8F7AB5822D7E}" type="pres">
      <dgm:prSet presAssocID="{5E9CAE4E-B152-4A3F-8492-0D436AD74D3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6C0EE0A-875E-4655-B857-94D9999135D8}" srcId="{EFE12234-9EE9-4E25-883B-374349491819}" destId="{C38C2D67-C599-4604-8D82-896EB5547493}" srcOrd="0" destOrd="0" parTransId="{6AF2B3D2-12D8-49C5-BDBC-77CFE4D44627}" sibTransId="{F39FFC9E-6408-4F36-A098-975BA3E452DE}"/>
    <dgm:cxn modelId="{8D529255-E5C6-4C51-ADAD-9DDB27DE363B}" srcId="{5E9CAE4E-B152-4A3F-8492-0D436AD74D3A}" destId="{C5D4BB7E-EAA3-4496-B771-6D15FE639D68}" srcOrd="1" destOrd="0" parTransId="{4C97DE45-9C4A-4400-BC99-755A17801CCF}" sibTransId="{4D753DB5-9287-4C9C-A7EB-D82B7A5D34B9}"/>
    <dgm:cxn modelId="{B567F259-76B0-4007-8946-584DBF38D40E}" type="presOf" srcId="{5E9CAE4E-B152-4A3F-8492-0D436AD74D3A}" destId="{CBCD99A4-BD5A-42C8-BB9D-798E7E7589F1}" srcOrd="0" destOrd="0" presId="urn:microsoft.com/office/officeart/2005/8/layout/vList2"/>
    <dgm:cxn modelId="{6508AD7F-D0DB-4C8C-8D91-8C62DE8B3623}" srcId="{5E9CAE4E-B152-4A3F-8492-0D436AD74D3A}" destId="{49072557-35BD-442F-97E8-1151D51EEBDA}" srcOrd="0" destOrd="0" parTransId="{8B50AB43-9530-45F9-AA6A-CE9DC1C30028}" sibTransId="{95D584CB-8A1A-4B72-BFDD-13570CF38FEC}"/>
    <dgm:cxn modelId="{4CA7778B-8723-4757-A267-35886D91BDE3}" type="presOf" srcId="{58E75AD4-D094-4C2B-A109-B82E5FFC924D}" destId="{C6088513-D171-4E81-ACA4-10C90CFFBE13}" srcOrd="0" destOrd="1" presId="urn:microsoft.com/office/officeart/2005/8/layout/vList2"/>
    <dgm:cxn modelId="{C1E311A2-6340-4AC7-B4EE-5D4CA1E99527}" type="presOf" srcId="{EFE12234-9EE9-4E25-883B-374349491819}" destId="{3D032BFB-D211-440F-A4AD-921B39B64F24}" srcOrd="0" destOrd="0" presId="urn:microsoft.com/office/officeart/2005/8/layout/vList2"/>
    <dgm:cxn modelId="{53C434A6-3C5D-4BCC-BEC3-982463BEF346}" type="presOf" srcId="{49072557-35BD-442F-97E8-1151D51EEBDA}" destId="{E268BAED-A0B0-454B-A92A-8F7AB5822D7E}" srcOrd="0" destOrd="0" presId="urn:microsoft.com/office/officeart/2005/8/layout/vList2"/>
    <dgm:cxn modelId="{8A1560AA-516C-4FD3-A604-684683977EAA}" srcId="{C38C2D67-C599-4604-8D82-896EB5547493}" destId="{5E1E6ED1-CB36-439F-B93F-9ABC19C2DFDF}" srcOrd="0" destOrd="0" parTransId="{ECA9C027-EE21-4E58-A858-D241E6068410}" sibTransId="{31F4C494-8744-4C25-AA90-9BB5D7DA3E73}"/>
    <dgm:cxn modelId="{808217B7-FD8D-402C-B4A5-1C15E3B14D4B}" type="presOf" srcId="{5E1E6ED1-CB36-439F-B93F-9ABC19C2DFDF}" destId="{C6088513-D171-4E81-ACA4-10C90CFFBE13}" srcOrd="0" destOrd="0" presId="urn:microsoft.com/office/officeart/2005/8/layout/vList2"/>
    <dgm:cxn modelId="{466FD5CE-6F20-4761-9111-DACF38588EDA}" srcId="{C38C2D67-C599-4604-8D82-896EB5547493}" destId="{58E75AD4-D094-4C2B-A109-B82E5FFC924D}" srcOrd="1" destOrd="0" parTransId="{12BB0D3A-8C50-4268-A4FE-8FB3CB127606}" sibTransId="{37123A46-90CD-4C50-BC2F-9DE5E459802A}"/>
    <dgm:cxn modelId="{506773E7-7413-40F6-8A8A-06C5CE583EFC}" type="presOf" srcId="{C5D4BB7E-EAA3-4496-B771-6D15FE639D68}" destId="{E268BAED-A0B0-454B-A92A-8F7AB5822D7E}" srcOrd="0" destOrd="1" presId="urn:microsoft.com/office/officeart/2005/8/layout/vList2"/>
    <dgm:cxn modelId="{B457E2EC-306A-40EE-90CA-CFE064873333}" srcId="{EFE12234-9EE9-4E25-883B-374349491819}" destId="{5E9CAE4E-B152-4A3F-8492-0D436AD74D3A}" srcOrd="1" destOrd="0" parTransId="{3B2E5323-3968-4B70-89C1-63B1B7734BAF}" sibTransId="{F3C95C45-7C5F-4A00-869A-45EAA2EF6A34}"/>
    <dgm:cxn modelId="{A26A76FA-035B-4836-8D85-3326FE716D4D}" type="presOf" srcId="{C38C2D67-C599-4604-8D82-896EB5547493}" destId="{D1FE8B24-CBD8-4C6B-8B3A-CC64FD5E4653}" srcOrd="0" destOrd="0" presId="urn:microsoft.com/office/officeart/2005/8/layout/vList2"/>
    <dgm:cxn modelId="{0688E8B3-E385-479A-92E0-6184FDA85EF0}" type="presParOf" srcId="{3D032BFB-D211-440F-A4AD-921B39B64F24}" destId="{D1FE8B24-CBD8-4C6B-8B3A-CC64FD5E4653}" srcOrd="0" destOrd="0" presId="urn:microsoft.com/office/officeart/2005/8/layout/vList2"/>
    <dgm:cxn modelId="{E3B41C10-6F8B-44D5-BF21-6AA2A2CA9523}" type="presParOf" srcId="{3D032BFB-D211-440F-A4AD-921B39B64F24}" destId="{C6088513-D171-4E81-ACA4-10C90CFFBE13}" srcOrd="1" destOrd="0" presId="urn:microsoft.com/office/officeart/2005/8/layout/vList2"/>
    <dgm:cxn modelId="{0CCC0202-F361-4D7B-848C-B921B1D115EA}" type="presParOf" srcId="{3D032BFB-D211-440F-A4AD-921B39B64F24}" destId="{CBCD99A4-BD5A-42C8-BB9D-798E7E7589F1}" srcOrd="2" destOrd="0" presId="urn:microsoft.com/office/officeart/2005/8/layout/vList2"/>
    <dgm:cxn modelId="{35F98404-E6E0-4769-B0CB-F677681E15A6}" type="presParOf" srcId="{3D032BFB-D211-440F-A4AD-921B39B64F24}" destId="{E268BAED-A0B0-454B-A92A-8F7AB5822D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1BD7B7-5864-42A2-B339-2F32FD318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E85167-667C-40BD-A09A-8E9B1EA47A5F}">
      <dgm:prSet/>
      <dgm:spPr/>
      <dgm:t>
        <a:bodyPr/>
        <a:lstStyle/>
        <a:p>
          <a:r>
            <a:rPr lang="en-US"/>
            <a:t>Storage systems organized in hierarchy</a:t>
          </a:r>
        </a:p>
      </dgm:t>
    </dgm:pt>
    <dgm:pt modelId="{F8B9983C-022F-4B46-A96D-4B675D0D2E98}" type="parTrans" cxnId="{D9D2DF54-1818-4DAA-99BA-BE22CC5BE38A}">
      <dgm:prSet/>
      <dgm:spPr/>
      <dgm:t>
        <a:bodyPr/>
        <a:lstStyle/>
        <a:p>
          <a:endParaRPr lang="en-US"/>
        </a:p>
      </dgm:t>
    </dgm:pt>
    <dgm:pt modelId="{A866C91D-EA9E-45EB-9FD5-5C7E03FF12F9}" type="sibTrans" cxnId="{D9D2DF54-1818-4DAA-99BA-BE22CC5BE38A}">
      <dgm:prSet/>
      <dgm:spPr/>
      <dgm:t>
        <a:bodyPr/>
        <a:lstStyle/>
        <a:p>
          <a:endParaRPr lang="en-US"/>
        </a:p>
      </dgm:t>
    </dgm:pt>
    <dgm:pt modelId="{8B48257E-A12B-41C1-AAA1-480FF2E1D86F}">
      <dgm:prSet/>
      <dgm:spPr/>
      <dgm:t>
        <a:bodyPr/>
        <a:lstStyle/>
        <a:p>
          <a:r>
            <a:rPr lang="en-US"/>
            <a:t>Speed</a:t>
          </a:r>
        </a:p>
      </dgm:t>
    </dgm:pt>
    <dgm:pt modelId="{9CC5FCB9-9E66-42FF-8DE7-89E418AE2607}" type="parTrans" cxnId="{95F5CF13-3373-46AA-B313-0D531F0C1577}">
      <dgm:prSet/>
      <dgm:spPr/>
      <dgm:t>
        <a:bodyPr/>
        <a:lstStyle/>
        <a:p>
          <a:endParaRPr lang="en-US"/>
        </a:p>
      </dgm:t>
    </dgm:pt>
    <dgm:pt modelId="{F20507DE-44EC-482E-AB58-11B0FCDD92F1}" type="sibTrans" cxnId="{95F5CF13-3373-46AA-B313-0D531F0C1577}">
      <dgm:prSet/>
      <dgm:spPr/>
      <dgm:t>
        <a:bodyPr/>
        <a:lstStyle/>
        <a:p>
          <a:endParaRPr lang="en-US"/>
        </a:p>
      </dgm:t>
    </dgm:pt>
    <dgm:pt modelId="{EBE16AC9-AD66-4A6C-BE08-13C02D979C53}">
      <dgm:prSet/>
      <dgm:spPr/>
      <dgm:t>
        <a:bodyPr/>
        <a:lstStyle/>
        <a:p>
          <a:r>
            <a:rPr lang="en-US"/>
            <a:t>Cost</a:t>
          </a:r>
        </a:p>
      </dgm:t>
    </dgm:pt>
    <dgm:pt modelId="{96D70942-6928-4BD0-8848-1A3A8079F425}" type="parTrans" cxnId="{36B1CF80-4139-41A6-8872-E1706B389A73}">
      <dgm:prSet/>
      <dgm:spPr/>
      <dgm:t>
        <a:bodyPr/>
        <a:lstStyle/>
        <a:p>
          <a:endParaRPr lang="en-US"/>
        </a:p>
      </dgm:t>
    </dgm:pt>
    <dgm:pt modelId="{C0662E52-CA09-4E70-9077-B380F717222E}" type="sibTrans" cxnId="{36B1CF80-4139-41A6-8872-E1706B389A73}">
      <dgm:prSet/>
      <dgm:spPr/>
      <dgm:t>
        <a:bodyPr/>
        <a:lstStyle/>
        <a:p>
          <a:endParaRPr lang="en-US"/>
        </a:p>
      </dgm:t>
    </dgm:pt>
    <dgm:pt modelId="{4F0D5100-6A26-4595-A50D-AAFD3B1D28D1}">
      <dgm:prSet/>
      <dgm:spPr/>
      <dgm:t>
        <a:bodyPr/>
        <a:lstStyle/>
        <a:p>
          <a:r>
            <a:rPr lang="en-US"/>
            <a:t>Volatility</a:t>
          </a:r>
        </a:p>
      </dgm:t>
    </dgm:pt>
    <dgm:pt modelId="{3B8FB8D4-D3E0-4A27-9FF8-3700A91EB420}" type="parTrans" cxnId="{03333569-6EDE-4ACC-8B06-6316C7EEAFF4}">
      <dgm:prSet/>
      <dgm:spPr/>
      <dgm:t>
        <a:bodyPr/>
        <a:lstStyle/>
        <a:p>
          <a:endParaRPr lang="en-US"/>
        </a:p>
      </dgm:t>
    </dgm:pt>
    <dgm:pt modelId="{4D152772-8D86-4CBD-AB03-C1B184DA8635}" type="sibTrans" cxnId="{03333569-6EDE-4ACC-8B06-6316C7EEAFF4}">
      <dgm:prSet/>
      <dgm:spPr/>
      <dgm:t>
        <a:bodyPr/>
        <a:lstStyle/>
        <a:p>
          <a:endParaRPr lang="en-US"/>
        </a:p>
      </dgm:t>
    </dgm:pt>
    <dgm:pt modelId="{22021E3C-01E8-4648-8323-061605B124DF}">
      <dgm:prSet/>
      <dgm:spPr/>
      <dgm:t>
        <a:bodyPr/>
        <a:lstStyle/>
        <a:p>
          <a:r>
            <a:rPr lang="en-US" b="1"/>
            <a:t>Caching</a:t>
          </a:r>
          <a:r>
            <a:rPr lang="en-US"/>
            <a:t> – copying information into faster storage system; main memory can be viewed as a cache for secondary storage</a:t>
          </a:r>
        </a:p>
      </dgm:t>
    </dgm:pt>
    <dgm:pt modelId="{920C9629-1648-4A79-84CC-278F0230F78C}" type="parTrans" cxnId="{DC41F64F-2245-4BB3-BC72-D0397D11DA52}">
      <dgm:prSet/>
      <dgm:spPr/>
      <dgm:t>
        <a:bodyPr/>
        <a:lstStyle/>
        <a:p>
          <a:endParaRPr lang="en-US"/>
        </a:p>
      </dgm:t>
    </dgm:pt>
    <dgm:pt modelId="{E6C8D6B4-9761-4A20-BCC8-BDE7C7F0E98C}" type="sibTrans" cxnId="{DC41F64F-2245-4BB3-BC72-D0397D11DA52}">
      <dgm:prSet/>
      <dgm:spPr/>
      <dgm:t>
        <a:bodyPr/>
        <a:lstStyle/>
        <a:p>
          <a:endParaRPr lang="en-US"/>
        </a:p>
      </dgm:t>
    </dgm:pt>
    <dgm:pt modelId="{C564E395-5747-4E4F-940D-4378A8866135}">
      <dgm:prSet/>
      <dgm:spPr/>
      <dgm:t>
        <a:bodyPr/>
        <a:lstStyle/>
        <a:p>
          <a:r>
            <a:rPr lang="en-US" b="1"/>
            <a:t>Device Driver </a:t>
          </a:r>
          <a:r>
            <a:rPr lang="en-US"/>
            <a:t>for each device controller to manage I/O</a:t>
          </a:r>
        </a:p>
      </dgm:t>
    </dgm:pt>
    <dgm:pt modelId="{8DC52859-F7F9-47E0-A3B0-430F832758CB}" type="parTrans" cxnId="{752D4623-E21A-4636-B2D9-9AA1D070090E}">
      <dgm:prSet/>
      <dgm:spPr/>
      <dgm:t>
        <a:bodyPr/>
        <a:lstStyle/>
        <a:p>
          <a:endParaRPr lang="en-US"/>
        </a:p>
      </dgm:t>
    </dgm:pt>
    <dgm:pt modelId="{14E3CAD3-0E8C-4AD9-8486-F90D395CB12B}" type="sibTrans" cxnId="{752D4623-E21A-4636-B2D9-9AA1D070090E}">
      <dgm:prSet/>
      <dgm:spPr/>
      <dgm:t>
        <a:bodyPr/>
        <a:lstStyle/>
        <a:p>
          <a:endParaRPr lang="en-US"/>
        </a:p>
      </dgm:t>
    </dgm:pt>
    <dgm:pt modelId="{1B68B956-B732-42FB-92EA-78C14D0F1D76}">
      <dgm:prSet/>
      <dgm:spPr/>
      <dgm:t>
        <a:bodyPr/>
        <a:lstStyle/>
        <a:p>
          <a:r>
            <a:rPr lang="en-US"/>
            <a:t>Provides uniform interface between controller and kernel</a:t>
          </a:r>
        </a:p>
      </dgm:t>
    </dgm:pt>
    <dgm:pt modelId="{8955BC8E-67D4-42A6-BD05-3D954E879178}" type="parTrans" cxnId="{412CB7EA-3EE5-468A-9E92-7C334B91BBEB}">
      <dgm:prSet/>
      <dgm:spPr/>
      <dgm:t>
        <a:bodyPr/>
        <a:lstStyle/>
        <a:p>
          <a:endParaRPr lang="en-US"/>
        </a:p>
      </dgm:t>
    </dgm:pt>
    <dgm:pt modelId="{C37E60A4-E31F-4571-A29D-9534EDEF81E7}" type="sibTrans" cxnId="{412CB7EA-3EE5-468A-9E92-7C334B91BBEB}">
      <dgm:prSet/>
      <dgm:spPr/>
      <dgm:t>
        <a:bodyPr/>
        <a:lstStyle/>
        <a:p>
          <a:endParaRPr lang="en-US"/>
        </a:p>
      </dgm:t>
    </dgm:pt>
    <dgm:pt modelId="{510BBEA6-F8B1-4D36-83C6-3DD29BC478D1}" type="pres">
      <dgm:prSet presAssocID="{9B1BD7B7-5864-42A2-B339-2F32FD3181F5}" presName="root" presStyleCnt="0">
        <dgm:presLayoutVars>
          <dgm:dir/>
          <dgm:resizeHandles val="exact"/>
        </dgm:presLayoutVars>
      </dgm:prSet>
      <dgm:spPr/>
    </dgm:pt>
    <dgm:pt modelId="{8706AD23-7851-4DC3-818C-DAF86E482F8A}" type="pres">
      <dgm:prSet presAssocID="{BEE85167-667C-40BD-A09A-8E9B1EA47A5F}" presName="compNode" presStyleCnt="0"/>
      <dgm:spPr/>
    </dgm:pt>
    <dgm:pt modelId="{9D68BB7D-13F0-42F1-81B7-9DAAF86B9B59}" type="pres">
      <dgm:prSet presAssocID="{BEE85167-667C-40BD-A09A-8E9B1EA47A5F}" presName="bgRect" presStyleLbl="bgShp" presStyleIdx="0" presStyleCnt="3"/>
      <dgm:spPr/>
    </dgm:pt>
    <dgm:pt modelId="{4C77733E-9BEB-4086-9B8A-7EED83FA6324}" type="pres">
      <dgm:prSet presAssocID="{BEE85167-667C-40BD-A09A-8E9B1EA47A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954EC8-40B1-4439-AFEC-D64F06A62F36}" type="pres">
      <dgm:prSet presAssocID="{BEE85167-667C-40BD-A09A-8E9B1EA47A5F}" presName="spaceRect" presStyleCnt="0"/>
      <dgm:spPr/>
    </dgm:pt>
    <dgm:pt modelId="{E8D789A4-44B1-49AC-9275-C0A0CFED91DE}" type="pres">
      <dgm:prSet presAssocID="{BEE85167-667C-40BD-A09A-8E9B1EA47A5F}" presName="parTx" presStyleLbl="revTx" presStyleIdx="0" presStyleCnt="5">
        <dgm:presLayoutVars>
          <dgm:chMax val="0"/>
          <dgm:chPref val="0"/>
        </dgm:presLayoutVars>
      </dgm:prSet>
      <dgm:spPr/>
    </dgm:pt>
    <dgm:pt modelId="{9105AEFE-E645-4227-A508-E75E76380C54}" type="pres">
      <dgm:prSet presAssocID="{BEE85167-667C-40BD-A09A-8E9B1EA47A5F}" presName="desTx" presStyleLbl="revTx" presStyleIdx="1" presStyleCnt="5">
        <dgm:presLayoutVars/>
      </dgm:prSet>
      <dgm:spPr/>
    </dgm:pt>
    <dgm:pt modelId="{2DDE844A-C4D8-4052-8677-7D5B04905F82}" type="pres">
      <dgm:prSet presAssocID="{A866C91D-EA9E-45EB-9FD5-5C7E03FF12F9}" presName="sibTrans" presStyleCnt="0"/>
      <dgm:spPr/>
    </dgm:pt>
    <dgm:pt modelId="{55E8C1AF-9A4B-4045-A87B-707EC01064F8}" type="pres">
      <dgm:prSet presAssocID="{22021E3C-01E8-4648-8323-061605B124DF}" presName="compNode" presStyleCnt="0"/>
      <dgm:spPr/>
    </dgm:pt>
    <dgm:pt modelId="{7E44509E-0B55-4673-BF0B-770B39CBA0F5}" type="pres">
      <dgm:prSet presAssocID="{22021E3C-01E8-4648-8323-061605B124DF}" presName="bgRect" presStyleLbl="bgShp" presStyleIdx="1" presStyleCnt="3"/>
      <dgm:spPr/>
    </dgm:pt>
    <dgm:pt modelId="{CC41BDC2-D48B-4181-905E-6842236EAE9F}" type="pres">
      <dgm:prSet presAssocID="{22021E3C-01E8-4648-8323-061605B124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F2CC5E2-B81E-4561-9154-AF979D569CA2}" type="pres">
      <dgm:prSet presAssocID="{22021E3C-01E8-4648-8323-061605B124DF}" presName="spaceRect" presStyleCnt="0"/>
      <dgm:spPr/>
    </dgm:pt>
    <dgm:pt modelId="{5AF50C1B-9802-46D4-9F80-2FC89DD88B1E}" type="pres">
      <dgm:prSet presAssocID="{22021E3C-01E8-4648-8323-061605B124DF}" presName="parTx" presStyleLbl="revTx" presStyleIdx="2" presStyleCnt="5">
        <dgm:presLayoutVars>
          <dgm:chMax val="0"/>
          <dgm:chPref val="0"/>
        </dgm:presLayoutVars>
      </dgm:prSet>
      <dgm:spPr/>
    </dgm:pt>
    <dgm:pt modelId="{B9026A41-B410-4AEA-B736-D9868BC4FD7C}" type="pres">
      <dgm:prSet presAssocID="{E6C8D6B4-9761-4A20-BCC8-BDE7C7F0E98C}" presName="sibTrans" presStyleCnt="0"/>
      <dgm:spPr/>
    </dgm:pt>
    <dgm:pt modelId="{62C1A399-046D-4AB5-AAF4-0F84BFE46045}" type="pres">
      <dgm:prSet presAssocID="{C564E395-5747-4E4F-940D-4378A8866135}" presName="compNode" presStyleCnt="0"/>
      <dgm:spPr/>
    </dgm:pt>
    <dgm:pt modelId="{0C967E5F-CB29-443C-A4F7-3D1A4763DF38}" type="pres">
      <dgm:prSet presAssocID="{C564E395-5747-4E4F-940D-4378A8866135}" presName="bgRect" presStyleLbl="bgShp" presStyleIdx="2" presStyleCnt="3"/>
      <dgm:spPr/>
    </dgm:pt>
    <dgm:pt modelId="{8226395F-E74F-4154-A25E-CBF456C6140F}" type="pres">
      <dgm:prSet presAssocID="{C564E395-5747-4E4F-940D-4378A88661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140A0ED-DA9D-4677-93ED-3DF44B1DD029}" type="pres">
      <dgm:prSet presAssocID="{C564E395-5747-4E4F-940D-4378A8866135}" presName="spaceRect" presStyleCnt="0"/>
      <dgm:spPr/>
    </dgm:pt>
    <dgm:pt modelId="{8E89F07F-5A12-4588-8709-DAD6D23D31A9}" type="pres">
      <dgm:prSet presAssocID="{C564E395-5747-4E4F-940D-4378A8866135}" presName="parTx" presStyleLbl="revTx" presStyleIdx="3" presStyleCnt="5">
        <dgm:presLayoutVars>
          <dgm:chMax val="0"/>
          <dgm:chPref val="0"/>
        </dgm:presLayoutVars>
      </dgm:prSet>
      <dgm:spPr/>
    </dgm:pt>
    <dgm:pt modelId="{EB98F229-54CA-46D3-AC33-9E974BC97108}" type="pres">
      <dgm:prSet presAssocID="{C564E395-5747-4E4F-940D-4378A8866135}" presName="desTx" presStyleLbl="revTx" presStyleIdx="4" presStyleCnt="5">
        <dgm:presLayoutVars/>
      </dgm:prSet>
      <dgm:spPr/>
    </dgm:pt>
  </dgm:ptLst>
  <dgm:cxnLst>
    <dgm:cxn modelId="{1912A20E-4152-453C-8350-2755D7E4AC21}" type="presOf" srcId="{22021E3C-01E8-4648-8323-061605B124DF}" destId="{5AF50C1B-9802-46D4-9F80-2FC89DD88B1E}" srcOrd="0" destOrd="0" presId="urn:microsoft.com/office/officeart/2018/2/layout/IconVerticalSolidList"/>
    <dgm:cxn modelId="{95F5CF13-3373-46AA-B313-0D531F0C1577}" srcId="{BEE85167-667C-40BD-A09A-8E9B1EA47A5F}" destId="{8B48257E-A12B-41C1-AAA1-480FF2E1D86F}" srcOrd="0" destOrd="0" parTransId="{9CC5FCB9-9E66-42FF-8DE7-89E418AE2607}" sibTransId="{F20507DE-44EC-482E-AB58-11B0FCDD92F1}"/>
    <dgm:cxn modelId="{752D4623-E21A-4636-B2D9-9AA1D070090E}" srcId="{9B1BD7B7-5864-42A2-B339-2F32FD3181F5}" destId="{C564E395-5747-4E4F-940D-4378A8866135}" srcOrd="2" destOrd="0" parTransId="{8DC52859-F7F9-47E0-A3B0-430F832758CB}" sibTransId="{14E3CAD3-0E8C-4AD9-8486-F90D395CB12B}"/>
    <dgm:cxn modelId="{F2E80527-4FBD-41B5-A47E-3E570584CF39}" type="presOf" srcId="{8B48257E-A12B-41C1-AAA1-480FF2E1D86F}" destId="{9105AEFE-E645-4227-A508-E75E76380C54}" srcOrd="0" destOrd="0" presId="urn:microsoft.com/office/officeart/2018/2/layout/IconVerticalSolidList"/>
    <dgm:cxn modelId="{4EB1BC61-9110-4270-A8D7-F71F8C6BEA0B}" type="presOf" srcId="{4F0D5100-6A26-4595-A50D-AAFD3B1D28D1}" destId="{9105AEFE-E645-4227-A508-E75E76380C54}" srcOrd="0" destOrd="2" presId="urn:microsoft.com/office/officeart/2018/2/layout/IconVerticalSolidList"/>
    <dgm:cxn modelId="{03333569-6EDE-4ACC-8B06-6316C7EEAFF4}" srcId="{BEE85167-667C-40BD-A09A-8E9B1EA47A5F}" destId="{4F0D5100-6A26-4595-A50D-AAFD3B1D28D1}" srcOrd="2" destOrd="0" parTransId="{3B8FB8D4-D3E0-4A27-9FF8-3700A91EB420}" sibTransId="{4D152772-8D86-4CBD-AB03-C1B184DA8635}"/>
    <dgm:cxn modelId="{E487B26B-41A0-45FB-9330-3154EFFFA4EF}" type="presOf" srcId="{EBE16AC9-AD66-4A6C-BE08-13C02D979C53}" destId="{9105AEFE-E645-4227-A508-E75E76380C54}" srcOrd="0" destOrd="1" presId="urn:microsoft.com/office/officeart/2018/2/layout/IconVerticalSolidList"/>
    <dgm:cxn modelId="{D4D8B46E-51FE-431F-BF0C-DA83AF669F0A}" type="presOf" srcId="{C564E395-5747-4E4F-940D-4378A8866135}" destId="{8E89F07F-5A12-4588-8709-DAD6D23D31A9}" srcOrd="0" destOrd="0" presId="urn:microsoft.com/office/officeart/2018/2/layout/IconVerticalSolidList"/>
    <dgm:cxn modelId="{DC41F64F-2245-4BB3-BC72-D0397D11DA52}" srcId="{9B1BD7B7-5864-42A2-B339-2F32FD3181F5}" destId="{22021E3C-01E8-4648-8323-061605B124DF}" srcOrd="1" destOrd="0" parTransId="{920C9629-1648-4A79-84CC-278F0230F78C}" sibTransId="{E6C8D6B4-9761-4A20-BCC8-BDE7C7F0E98C}"/>
    <dgm:cxn modelId="{AE66D372-1728-48A3-9EA6-F692AFC9CA9C}" type="presOf" srcId="{BEE85167-667C-40BD-A09A-8E9B1EA47A5F}" destId="{E8D789A4-44B1-49AC-9275-C0A0CFED91DE}" srcOrd="0" destOrd="0" presId="urn:microsoft.com/office/officeart/2018/2/layout/IconVerticalSolidList"/>
    <dgm:cxn modelId="{D9D2DF54-1818-4DAA-99BA-BE22CC5BE38A}" srcId="{9B1BD7B7-5864-42A2-B339-2F32FD3181F5}" destId="{BEE85167-667C-40BD-A09A-8E9B1EA47A5F}" srcOrd="0" destOrd="0" parTransId="{F8B9983C-022F-4B46-A96D-4B675D0D2E98}" sibTransId="{A866C91D-EA9E-45EB-9FD5-5C7E03FF12F9}"/>
    <dgm:cxn modelId="{36B1CF80-4139-41A6-8872-E1706B389A73}" srcId="{BEE85167-667C-40BD-A09A-8E9B1EA47A5F}" destId="{EBE16AC9-AD66-4A6C-BE08-13C02D979C53}" srcOrd="1" destOrd="0" parTransId="{96D70942-6928-4BD0-8848-1A3A8079F425}" sibTransId="{C0662E52-CA09-4E70-9077-B380F717222E}"/>
    <dgm:cxn modelId="{1DBA339D-91AF-4721-BE22-3F0AA3371DE2}" type="presOf" srcId="{9B1BD7B7-5864-42A2-B339-2F32FD3181F5}" destId="{510BBEA6-F8B1-4D36-83C6-3DD29BC478D1}" srcOrd="0" destOrd="0" presId="urn:microsoft.com/office/officeart/2018/2/layout/IconVerticalSolidList"/>
    <dgm:cxn modelId="{42416DBB-438A-47CE-BE97-88B2A006CF8C}" type="presOf" srcId="{1B68B956-B732-42FB-92EA-78C14D0F1D76}" destId="{EB98F229-54CA-46D3-AC33-9E974BC97108}" srcOrd="0" destOrd="0" presId="urn:microsoft.com/office/officeart/2018/2/layout/IconVerticalSolidList"/>
    <dgm:cxn modelId="{412CB7EA-3EE5-468A-9E92-7C334B91BBEB}" srcId="{C564E395-5747-4E4F-940D-4378A8866135}" destId="{1B68B956-B732-42FB-92EA-78C14D0F1D76}" srcOrd="0" destOrd="0" parTransId="{8955BC8E-67D4-42A6-BD05-3D954E879178}" sibTransId="{C37E60A4-E31F-4571-A29D-9534EDEF81E7}"/>
    <dgm:cxn modelId="{740406ED-53D6-45E3-B755-41B7F33CA361}" type="presParOf" srcId="{510BBEA6-F8B1-4D36-83C6-3DD29BC478D1}" destId="{8706AD23-7851-4DC3-818C-DAF86E482F8A}" srcOrd="0" destOrd="0" presId="urn:microsoft.com/office/officeart/2018/2/layout/IconVerticalSolidList"/>
    <dgm:cxn modelId="{ABDDC38B-8247-4B97-8ED9-A767CD86C65A}" type="presParOf" srcId="{8706AD23-7851-4DC3-818C-DAF86E482F8A}" destId="{9D68BB7D-13F0-42F1-81B7-9DAAF86B9B59}" srcOrd="0" destOrd="0" presId="urn:microsoft.com/office/officeart/2018/2/layout/IconVerticalSolidList"/>
    <dgm:cxn modelId="{79F27F20-FC3C-42C9-BE4B-AAFC9912809D}" type="presParOf" srcId="{8706AD23-7851-4DC3-818C-DAF86E482F8A}" destId="{4C77733E-9BEB-4086-9B8A-7EED83FA6324}" srcOrd="1" destOrd="0" presId="urn:microsoft.com/office/officeart/2018/2/layout/IconVerticalSolidList"/>
    <dgm:cxn modelId="{C7C2A9DB-2E61-46D7-98F9-B02D87B805E6}" type="presParOf" srcId="{8706AD23-7851-4DC3-818C-DAF86E482F8A}" destId="{D8954EC8-40B1-4439-AFEC-D64F06A62F36}" srcOrd="2" destOrd="0" presId="urn:microsoft.com/office/officeart/2018/2/layout/IconVerticalSolidList"/>
    <dgm:cxn modelId="{5278A5C1-9B42-4ABD-B4AD-6F58BBE5AC08}" type="presParOf" srcId="{8706AD23-7851-4DC3-818C-DAF86E482F8A}" destId="{E8D789A4-44B1-49AC-9275-C0A0CFED91DE}" srcOrd="3" destOrd="0" presId="urn:microsoft.com/office/officeart/2018/2/layout/IconVerticalSolidList"/>
    <dgm:cxn modelId="{B4F73F17-1FFF-482A-B5C1-DB9CC9E6D23F}" type="presParOf" srcId="{8706AD23-7851-4DC3-818C-DAF86E482F8A}" destId="{9105AEFE-E645-4227-A508-E75E76380C54}" srcOrd="4" destOrd="0" presId="urn:microsoft.com/office/officeart/2018/2/layout/IconVerticalSolidList"/>
    <dgm:cxn modelId="{E6B3ED06-ED53-4D9D-A7C8-947B68BA3F34}" type="presParOf" srcId="{510BBEA6-F8B1-4D36-83C6-3DD29BC478D1}" destId="{2DDE844A-C4D8-4052-8677-7D5B04905F82}" srcOrd="1" destOrd="0" presId="urn:microsoft.com/office/officeart/2018/2/layout/IconVerticalSolidList"/>
    <dgm:cxn modelId="{7BDAA137-0BDD-4A93-B200-318CD52549CC}" type="presParOf" srcId="{510BBEA6-F8B1-4D36-83C6-3DD29BC478D1}" destId="{55E8C1AF-9A4B-4045-A87B-707EC01064F8}" srcOrd="2" destOrd="0" presId="urn:microsoft.com/office/officeart/2018/2/layout/IconVerticalSolidList"/>
    <dgm:cxn modelId="{33EF02E0-CD98-482E-938A-2442EBE3D7E7}" type="presParOf" srcId="{55E8C1AF-9A4B-4045-A87B-707EC01064F8}" destId="{7E44509E-0B55-4673-BF0B-770B39CBA0F5}" srcOrd="0" destOrd="0" presId="urn:microsoft.com/office/officeart/2018/2/layout/IconVerticalSolidList"/>
    <dgm:cxn modelId="{BF3F01D7-D27A-4908-BD97-781E1CEB5BAF}" type="presParOf" srcId="{55E8C1AF-9A4B-4045-A87B-707EC01064F8}" destId="{CC41BDC2-D48B-4181-905E-6842236EAE9F}" srcOrd="1" destOrd="0" presId="urn:microsoft.com/office/officeart/2018/2/layout/IconVerticalSolidList"/>
    <dgm:cxn modelId="{61B5B524-770D-4A23-8274-307606656C09}" type="presParOf" srcId="{55E8C1AF-9A4B-4045-A87B-707EC01064F8}" destId="{BF2CC5E2-B81E-4561-9154-AF979D569CA2}" srcOrd="2" destOrd="0" presId="urn:microsoft.com/office/officeart/2018/2/layout/IconVerticalSolidList"/>
    <dgm:cxn modelId="{B7C50198-98C9-4310-8C4B-0C9585A8F11F}" type="presParOf" srcId="{55E8C1AF-9A4B-4045-A87B-707EC01064F8}" destId="{5AF50C1B-9802-46D4-9F80-2FC89DD88B1E}" srcOrd="3" destOrd="0" presId="urn:microsoft.com/office/officeart/2018/2/layout/IconVerticalSolidList"/>
    <dgm:cxn modelId="{32D4DC19-A6F6-4DEA-8D90-34C0410A0F7D}" type="presParOf" srcId="{510BBEA6-F8B1-4D36-83C6-3DD29BC478D1}" destId="{B9026A41-B410-4AEA-B736-D9868BC4FD7C}" srcOrd="3" destOrd="0" presId="urn:microsoft.com/office/officeart/2018/2/layout/IconVerticalSolidList"/>
    <dgm:cxn modelId="{3F06A3DF-1AF1-43FE-AFB5-419802F3F823}" type="presParOf" srcId="{510BBEA6-F8B1-4D36-83C6-3DD29BC478D1}" destId="{62C1A399-046D-4AB5-AAF4-0F84BFE46045}" srcOrd="4" destOrd="0" presId="urn:microsoft.com/office/officeart/2018/2/layout/IconVerticalSolidList"/>
    <dgm:cxn modelId="{0E438B15-A0F3-41FD-B401-B5482490FC7D}" type="presParOf" srcId="{62C1A399-046D-4AB5-AAF4-0F84BFE46045}" destId="{0C967E5F-CB29-443C-A4F7-3D1A4763DF38}" srcOrd="0" destOrd="0" presId="urn:microsoft.com/office/officeart/2018/2/layout/IconVerticalSolidList"/>
    <dgm:cxn modelId="{7E089FCC-10B4-40DD-A48F-22D9AA7939A5}" type="presParOf" srcId="{62C1A399-046D-4AB5-AAF4-0F84BFE46045}" destId="{8226395F-E74F-4154-A25E-CBF456C6140F}" srcOrd="1" destOrd="0" presId="urn:microsoft.com/office/officeart/2018/2/layout/IconVerticalSolidList"/>
    <dgm:cxn modelId="{65143564-5F71-470A-A4A0-E55222648E0F}" type="presParOf" srcId="{62C1A399-046D-4AB5-AAF4-0F84BFE46045}" destId="{B140A0ED-DA9D-4677-93ED-3DF44B1DD029}" srcOrd="2" destOrd="0" presId="urn:microsoft.com/office/officeart/2018/2/layout/IconVerticalSolidList"/>
    <dgm:cxn modelId="{18C8C099-5704-4E5A-BF1E-1C6DD2726E29}" type="presParOf" srcId="{62C1A399-046D-4AB5-AAF4-0F84BFE46045}" destId="{8E89F07F-5A12-4588-8709-DAD6D23D31A9}" srcOrd="3" destOrd="0" presId="urn:microsoft.com/office/officeart/2018/2/layout/IconVerticalSolidList"/>
    <dgm:cxn modelId="{C10C0076-5692-4C4A-8343-088CA6E3D8FB}" type="presParOf" srcId="{62C1A399-046D-4AB5-AAF4-0F84BFE46045}" destId="{EB98F229-54CA-46D3-AC33-9E974BC9710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1A8954-C38A-44BF-8476-F59AB2DF32B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F44797-304B-4FAE-BB11-FFD234A7F8B7}">
      <dgm:prSet/>
      <dgm:spPr/>
      <dgm:t>
        <a:bodyPr/>
        <a:lstStyle/>
        <a:p>
          <a:r>
            <a:rPr lang="en-US" dirty="0"/>
            <a:t>Used for high-speed I/O devices able to transmit information at close to memory speeds </a:t>
          </a:r>
        </a:p>
      </dgm:t>
    </dgm:pt>
    <dgm:pt modelId="{EF01F108-D4B6-4DFF-BD7A-B58DE80C3C12}" type="parTrans" cxnId="{A75497FD-3BBF-4535-A813-565B8CBE5B13}">
      <dgm:prSet/>
      <dgm:spPr/>
      <dgm:t>
        <a:bodyPr/>
        <a:lstStyle/>
        <a:p>
          <a:endParaRPr lang="en-US"/>
        </a:p>
      </dgm:t>
    </dgm:pt>
    <dgm:pt modelId="{EEA70079-444A-43F3-B654-32E8B7C62790}" type="sibTrans" cxnId="{A75497FD-3BBF-4535-A813-565B8CBE5B13}">
      <dgm:prSet/>
      <dgm:spPr/>
      <dgm:t>
        <a:bodyPr/>
        <a:lstStyle/>
        <a:p>
          <a:endParaRPr lang="en-US"/>
        </a:p>
      </dgm:t>
    </dgm:pt>
    <dgm:pt modelId="{5BCE658B-E234-4EDD-834B-0C95854A56BE}">
      <dgm:prSet/>
      <dgm:spPr/>
      <dgm:t>
        <a:bodyPr/>
        <a:lstStyle/>
        <a:p>
          <a:r>
            <a:rPr lang="en-US"/>
            <a:t>Device controller transfers blocks of data from buffer storage directly to main memory without CPU intervention</a:t>
          </a:r>
        </a:p>
      </dgm:t>
    </dgm:pt>
    <dgm:pt modelId="{0EA5D135-7F90-4B4A-B5C5-3B84B55ADE0A}" type="parTrans" cxnId="{0F7FE9CC-DFD6-4A0D-A652-00EB5BD06015}">
      <dgm:prSet/>
      <dgm:spPr/>
      <dgm:t>
        <a:bodyPr/>
        <a:lstStyle/>
        <a:p>
          <a:endParaRPr lang="en-US"/>
        </a:p>
      </dgm:t>
    </dgm:pt>
    <dgm:pt modelId="{0585F659-6E1E-4F49-AC42-047F3FFF73F7}" type="sibTrans" cxnId="{0F7FE9CC-DFD6-4A0D-A652-00EB5BD06015}">
      <dgm:prSet/>
      <dgm:spPr/>
      <dgm:t>
        <a:bodyPr/>
        <a:lstStyle/>
        <a:p>
          <a:endParaRPr lang="en-US"/>
        </a:p>
      </dgm:t>
    </dgm:pt>
    <dgm:pt modelId="{E0A64966-D60D-4651-817B-360B45290EA2}">
      <dgm:prSet/>
      <dgm:spPr/>
      <dgm:t>
        <a:bodyPr/>
        <a:lstStyle/>
        <a:p>
          <a:r>
            <a:rPr lang="en-US"/>
            <a:t>Only one interrupt is generated per block, rather than the one interrupt per byte</a:t>
          </a:r>
        </a:p>
      </dgm:t>
    </dgm:pt>
    <dgm:pt modelId="{589CFFA8-FA82-4C2C-840E-F39A04C4DA8F}" type="parTrans" cxnId="{DC827148-4C3F-494C-AA6F-B60013B040DC}">
      <dgm:prSet/>
      <dgm:spPr/>
      <dgm:t>
        <a:bodyPr/>
        <a:lstStyle/>
        <a:p>
          <a:endParaRPr lang="en-US"/>
        </a:p>
      </dgm:t>
    </dgm:pt>
    <dgm:pt modelId="{F4AB30F3-EACF-4798-9034-366ABBF01A32}" type="sibTrans" cxnId="{DC827148-4C3F-494C-AA6F-B60013B040DC}">
      <dgm:prSet/>
      <dgm:spPr/>
      <dgm:t>
        <a:bodyPr/>
        <a:lstStyle/>
        <a:p>
          <a:endParaRPr lang="en-US"/>
        </a:p>
      </dgm:t>
    </dgm:pt>
    <dgm:pt modelId="{2286F8D8-9186-441B-8B94-69E4F6F361E4}" type="pres">
      <dgm:prSet presAssocID="{511A8954-C38A-44BF-8476-F59AB2DF32B6}" presName="vert0" presStyleCnt="0">
        <dgm:presLayoutVars>
          <dgm:dir/>
          <dgm:animOne val="branch"/>
          <dgm:animLvl val="lvl"/>
        </dgm:presLayoutVars>
      </dgm:prSet>
      <dgm:spPr/>
    </dgm:pt>
    <dgm:pt modelId="{6DAFF7DA-AB51-408B-96BD-DBE4AF6EF93F}" type="pres">
      <dgm:prSet presAssocID="{1AF44797-304B-4FAE-BB11-FFD234A7F8B7}" presName="thickLine" presStyleLbl="alignNode1" presStyleIdx="0" presStyleCnt="3"/>
      <dgm:spPr/>
    </dgm:pt>
    <dgm:pt modelId="{7A9CC2C3-522C-4352-AEB7-886D2EBC4D10}" type="pres">
      <dgm:prSet presAssocID="{1AF44797-304B-4FAE-BB11-FFD234A7F8B7}" presName="horz1" presStyleCnt="0"/>
      <dgm:spPr/>
    </dgm:pt>
    <dgm:pt modelId="{679DC359-9F00-4AF6-9006-78877A77D0FC}" type="pres">
      <dgm:prSet presAssocID="{1AF44797-304B-4FAE-BB11-FFD234A7F8B7}" presName="tx1" presStyleLbl="revTx" presStyleIdx="0" presStyleCnt="3"/>
      <dgm:spPr/>
    </dgm:pt>
    <dgm:pt modelId="{1EF25500-0FAE-49AE-96DD-2CF7B25EF2D2}" type="pres">
      <dgm:prSet presAssocID="{1AF44797-304B-4FAE-BB11-FFD234A7F8B7}" presName="vert1" presStyleCnt="0"/>
      <dgm:spPr/>
    </dgm:pt>
    <dgm:pt modelId="{BC49B3DA-B3CD-43D9-87D1-33E27C7A513E}" type="pres">
      <dgm:prSet presAssocID="{5BCE658B-E234-4EDD-834B-0C95854A56BE}" presName="thickLine" presStyleLbl="alignNode1" presStyleIdx="1" presStyleCnt="3"/>
      <dgm:spPr/>
    </dgm:pt>
    <dgm:pt modelId="{65CECF49-695A-469C-9E4A-9714D43EB600}" type="pres">
      <dgm:prSet presAssocID="{5BCE658B-E234-4EDD-834B-0C95854A56BE}" presName="horz1" presStyleCnt="0"/>
      <dgm:spPr/>
    </dgm:pt>
    <dgm:pt modelId="{0870288E-4111-4D4A-B2BE-7B321E956789}" type="pres">
      <dgm:prSet presAssocID="{5BCE658B-E234-4EDD-834B-0C95854A56BE}" presName="tx1" presStyleLbl="revTx" presStyleIdx="1" presStyleCnt="3"/>
      <dgm:spPr/>
    </dgm:pt>
    <dgm:pt modelId="{08EE75BA-2446-4D4D-B2C6-9E47A68E6124}" type="pres">
      <dgm:prSet presAssocID="{5BCE658B-E234-4EDD-834B-0C95854A56BE}" presName="vert1" presStyleCnt="0"/>
      <dgm:spPr/>
    </dgm:pt>
    <dgm:pt modelId="{9802288E-7CBD-4408-84D6-1F8089265219}" type="pres">
      <dgm:prSet presAssocID="{E0A64966-D60D-4651-817B-360B45290EA2}" presName="thickLine" presStyleLbl="alignNode1" presStyleIdx="2" presStyleCnt="3"/>
      <dgm:spPr/>
    </dgm:pt>
    <dgm:pt modelId="{4C75D911-6F54-4503-9141-3E758574DEFF}" type="pres">
      <dgm:prSet presAssocID="{E0A64966-D60D-4651-817B-360B45290EA2}" presName="horz1" presStyleCnt="0"/>
      <dgm:spPr/>
    </dgm:pt>
    <dgm:pt modelId="{4FA8AADE-4E25-4FA2-AA61-A8AFBB36535A}" type="pres">
      <dgm:prSet presAssocID="{E0A64966-D60D-4651-817B-360B45290EA2}" presName="tx1" presStyleLbl="revTx" presStyleIdx="2" presStyleCnt="3"/>
      <dgm:spPr/>
    </dgm:pt>
    <dgm:pt modelId="{31B5A196-A0A6-4858-A5D2-2F928D359C51}" type="pres">
      <dgm:prSet presAssocID="{E0A64966-D60D-4651-817B-360B45290EA2}" presName="vert1" presStyleCnt="0"/>
      <dgm:spPr/>
    </dgm:pt>
  </dgm:ptLst>
  <dgm:cxnLst>
    <dgm:cxn modelId="{CA8D1D1F-57A2-489B-9082-4BF76DD23692}" type="presOf" srcId="{511A8954-C38A-44BF-8476-F59AB2DF32B6}" destId="{2286F8D8-9186-441B-8B94-69E4F6F361E4}" srcOrd="0" destOrd="0" presId="urn:microsoft.com/office/officeart/2008/layout/LinedList"/>
    <dgm:cxn modelId="{F312A125-4E81-4153-8465-25DD8FF0DC6C}" type="presOf" srcId="{E0A64966-D60D-4651-817B-360B45290EA2}" destId="{4FA8AADE-4E25-4FA2-AA61-A8AFBB36535A}" srcOrd="0" destOrd="0" presId="urn:microsoft.com/office/officeart/2008/layout/LinedList"/>
    <dgm:cxn modelId="{FA92A45E-4935-45D5-84A0-99F8AE007EBD}" type="presOf" srcId="{5BCE658B-E234-4EDD-834B-0C95854A56BE}" destId="{0870288E-4111-4D4A-B2BE-7B321E956789}" srcOrd="0" destOrd="0" presId="urn:microsoft.com/office/officeart/2008/layout/LinedList"/>
    <dgm:cxn modelId="{DC827148-4C3F-494C-AA6F-B60013B040DC}" srcId="{511A8954-C38A-44BF-8476-F59AB2DF32B6}" destId="{E0A64966-D60D-4651-817B-360B45290EA2}" srcOrd="2" destOrd="0" parTransId="{589CFFA8-FA82-4C2C-840E-F39A04C4DA8F}" sibTransId="{F4AB30F3-EACF-4798-9034-366ABBF01A32}"/>
    <dgm:cxn modelId="{0F7FE9CC-DFD6-4A0D-A652-00EB5BD06015}" srcId="{511A8954-C38A-44BF-8476-F59AB2DF32B6}" destId="{5BCE658B-E234-4EDD-834B-0C95854A56BE}" srcOrd="1" destOrd="0" parTransId="{0EA5D135-7F90-4B4A-B5C5-3B84B55ADE0A}" sibTransId="{0585F659-6E1E-4F49-AC42-047F3FFF73F7}"/>
    <dgm:cxn modelId="{663603F7-0A34-4AF2-A8F5-B3769EC10006}" type="presOf" srcId="{1AF44797-304B-4FAE-BB11-FFD234A7F8B7}" destId="{679DC359-9F00-4AF6-9006-78877A77D0FC}" srcOrd="0" destOrd="0" presId="urn:microsoft.com/office/officeart/2008/layout/LinedList"/>
    <dgm:cxn modelId="{A75497FD-3BBF-4535-A813-565B8CBE5B13}" srcId="{511A8954-C38A-44BF-8476-F59AB2DF32B6}" destId="{1AF44797-304B-4FAE-BB11-FFD234A7F8B7}" srcOrd="0" destOrd="0" parTransId="{EF01F108-D4B6-4DFF-BD7A-B58DE80C3C12}" sibTransId="{EEA70079-444A-43F3-B654-32E8B7C62790}"/>
    <dgm:cxn modelId="{02F79D5A-8A00-49AC-8057-849BD9C2CFDC}" type="presParOf" srcId="{2286F8D8-9186-441B-8B94-69E4F6F361E4}" destId="{6DAFF7DA-AB51-408B-96BD-DBE4AF6EF93F}" srcOrd="0" destOrd="0" presId="urn:microsoft.com/office/officeart/2008/layout/LinedList"/>
    <dgm:cxn modelId="{978035E4-FE25-438E-8088-DF5F8C8A1F7A}" type="presParOf" srcId="{2286F8D8-9186-441B-8B94-69E4F6F361E4}" destId="{7A9CC2C3-522C-4352-AEB7-886D2EBC4D10}" srcOrd="1" destOrd="0" presId="urn:microsoft.com/office/officeart/2008/layout/LinedList"/>
    <dgm:cxn modelId="{1CD204AF-1679-4DAC-98DA-8C548889E011}" type="presParOf" srcId="{7A9CC2C3-522C-4352-AEB7-886D2EBC4D10}" destId="{679DC359-9F00-4AF6-9006-78877A77D0FC}" srcOrd="0" destOrd="0" presId="urn:microsoft.com/office/officeart/2008/layout/LinedList"/>
    <dgm:cxn modelId="{98F26DDD-6C38-4FD0-B2D6-CE76C1BAF795}" type="presParOf" srcId="{7A9CC2C3-522C-4352-AEB7-886D2EBC4D10}" destId="{1EF25500-0FAE-49AE-96DD-2CF7B25EF2D2}" srcOrd="1" destOrd="0" presId="urn:microsoft.com/office/officeart/2008/layout/LinedList"/>
    <dgm:cxn modelId="{81D0FEDE-A495-4ABC-8011-CB34F6EFC1B2}" type="presParOf" srcId="{2286F8D8-9186-441B-8B94-69E4F6F361E4}" destId="{BC49B3DA-B3CD-43D9-87D1-33E27C7A513E}" srcOrd="2" destOrd="0" presId="urn:microsoft.com/office/officeart/2008/layout/LinedList"/>
    <dgm:cxn modelId="{2356A9DD-008F-46FE-BD09-5F30FB3F3ABD}" type="presParOf" srcId="{2286F8D8-9186-441B-8B94-69E4F6F361E4}" destId="{65CECF49-695A-469C-9E4A-9714D43EB600}" srcOrd="3" destOrd="0" presId="urn:microsoft.com/office/officeart/2008/layout/LinedList"/>
    <dgm:cxn modelId="{33619E22-0E27-48AA-85E1-8A891767522B}" type="presParOf" srcId="{65CECF49-695A-469C-9E4A-9714D43EB600}" destId="{0870288E-4111-4D4A-B2BE-7B321E956789}" srcOrd="0" destOrd="0" presId="urn:microsoft.com/office/officeart/2008/layout/LinedList"/>
    <dgm:cxn modelId="{7AD65BB9-9005-4EA5-B3E7-7AD514FC7143}" type="presParOf" srcId="{65CECF49-695A-469C-9E4A-9714D43EB600}" destId="{08EE75BA-2446-4D4D-B2C6-9E47A68E6124}" srcOrd="1" destOrd="0" presId="urn:microsoft.com/office/officeart/2008/layout/LinedList"/>
    <dgm:cxn modelId="{4FC124C3-1DD1-4716-A41E-B34399273B10}" type="presParOf" srcId="{2286F8D8-9186-441B-8B94-69E4F6F361E4}" destId="{9802288E-7CBD-4408-84D6-1F8089265219}" srcOrd="4" destOrd="0" presId="urn:microsoft.com/office/officeart/2008/layout/LinedList"/>
    <dgm:cxn modelId="{DA7F2441-0DDA-40AC-86C8-8BABE16C4CA5}" type="presParOf" srcId="{2286F8D8-9186-441B-8B94-69E4F6F361E4}" destId="{4C75D911-6F54-4503-9141-3E758574DEFF}" srcOrd="5" destOrd="0" presId="urn:microsoft.com/office/officeart/2008/layout/LinedList"/>
    <dgm:cxn modelId="{AA6C4863-041F-4377-A526-86F2D681EFC8}" type="presParOf" srcId="{4C75D911-6F54-4503-9141-3E758574DEFF}" destId="{4FA8AADE-4E25-4FA2-AA61-A8AFBB36535A}" srcOrd="0" destOrd="0" presId="urn:microsoft.com/office/officeart/2008/layout/LinedList"/>
    <dgm:cxn modelId="{F407C08F-8893-4B97-81F8-0E02E9A04A24}" type="presParOf" srcId="{4C75D911-6F54-4503-9141-3E758574DEFF}" destId="{31B5A196-A0A6-4858-A5D2-2F928D359C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3EDC2C-190C-4581-80D4-D8FF50733092}">
      <dsp:nvSpPr>
        <dsp:cNvPr id="0" name=""/>
        <dsp:cNvSpPr/>
      </dsp:nvSpPr>
      <dsp:spPr>
        <a:xfrm>
          <a:off x="0" y="45208"/>
          <a:ext cx="7559504" cy="1979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Main memory – only large storage media that the CPU can access directly</a:t>
          </a:r>
        </a:p>
      </dsp:txBody>
      <dsp:txXfrm>
        <a:off x="96638" y="141846"/>
        <a:ext cx="7366228" cy="1786364"/>
      </dsp:txXfrm>
    </dsp:sp>
    <dsp:sp modelId="{7D8621F4-55E6-4579-902B-64B13CB0CC18}">
      <dsp:nvSpPr>
        <dsp:cNvPr id="0" name=""/>
        <dsp:cNvSpPr/>
      </dsp:nvSpPr>
      <dsp:spPr>
        <a:xfrm>
          <a:off x="0" y="2024848"/>
          <a:ext cx="7559504" cy="22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Random access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Typically </a:t>
          </a:r>
          <a:r>
            <a:rPr lang="en-US" sz="2800" b="1" kern="1200"/>
            <a:t>volatile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Typically</a:t>
          </a:r>
          <a:r>
            <a:rPr lang="en-US" sz="2800" b="1" kern="1200"/>
            <a:t> random-access memory </a:t>
          </a:r>
          <a:r>
            <a:rPr lang="en-US" sz="2800" kern="1200"/>
            <a:t>in the form of </a:t>
          </a:r>
          <a:r>
            <a:rPr lang="en-US" sz="2800" b="1" kern="1200"/>
            <a:t>Dynamic Random-access Memory (DRAM)</a:t>
          </a:r>
          <a:endParaRPr lang="en-US" sz="2800" kern="1200"/>
        </a:p>
      </dsp:txBody>
      <dsp:txXfrm>
        <a:off x="0" y="2024848"/>
        <a:ext cx="7559504" cy="2235600"/>
      </dsp:txXfrm>
    </dsp:sp>
    <dsp:sp modelId="{C39A56AF-7FAA-491D-BBB1-BB57D066A3A0}">
      <dsp:nvSpPr>
        <dsp:cNvPr id="0" name=""/>
        <dsp:cNvSpPr/>
      </dsp:nvSpPr>
      <dsp:spPr>
        <a:xfrm>
          <a:off x="0" y="4260448"/>
          <a:ext cx="7559504" cy="19796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Secondary storage – extension of main memory that provides large </a:t>
          </a:r>
          <a:r>
            <a:rPr lang="en-US" sz="3600" b="1" kern="1200"/>
            <a:t>nonvolatile </a:t>
          </a:r>
          <a:r>
            <a:rPr lang="en-US" sz="3600" kern="1200"/>
            <a:t>storage capacity</a:t>
          </a:r>
        </a:p>
      </dsp:txBody>
      <dsp:txXfrm>
        <a:off x="96638" y="4357086"/>
        <a:ext cx="7366228" cy="17863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E8B24-CBD8-4C6B-8B3A-CC64FD5E4653}">
      <dsp:nvSpPr>
        <dsp:cNvPr id="0" name=""/>
        <dsp:cNvSpPr/>
      </dsp:nvSpPr>
      <dsp:spPr>
        <a:xfrm>
          <a:off x="0" y="90388"/>
          <a:ext cx="7559504" cy="1704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Hard Disk Drives </a:t>
          </a:r>
          <a:r>
            <a:rPr lang="en-US" sz="3100" kern="1200"/>
            <a:t>(</a:t>
          </a:r>
          <a:r>
            <a:rPr lang="en-US" sz="3100" b="1" kern="1200"/>
            <a:t>HDD</a:t>
          </a:r>
          <a:r>
            <a:rPr lang="en-US" sz="3100" kern="1200"/>
            <a:t>) – rigid metal or glass platters covered with magnetic recording material </a:t>
          </a:r>
        </a:p>
      </dsp:txBody>
      <dsp:txXfrm>
        <a:off x="83216" y="173604"/>
        <a:ext cx="7393072" cy="1538258"/>
      </dsp:txXfrm>
    </dsp:sp>
    <dsp:sp modelId="{C6088513-D171-4E81-ACA4-10C90CFFBE13}">
      <dsp:nvSpPr>
        <dsp:cNvPr id="0" name=""/>
        <dsp:cNvSpPr/>
      </dsp:nvSpPr>
      <dsp:spPr>
        <a:xfrm>
          <a:off x="0" y="1795078"/>
          <a:ext cx="7559504" cy="1507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Disk surface is logically divided into</a:t>
          </a:r>
          <a:r>
            <a:rPr lang="en-US" sz="2400" b="1" kern="1200"/>
            <a:t> tracks</a:t>
          </a:r>
          <a:r>
            <a:rPr lang="en-US" sz="2400" kern="1200"/>
            <a:t>, which are subdivided into </a:t>
          </a:r>
          <a:r>
            <a:rPr lang="en-US" sz="2400" b="1" kern="1200"/>
            <a:t>sectors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The </a:t>
          </a:r>
          <a:r>
            <a:rPr lang="en-US" sz="2400" b="1" kern="1200"/>
            <a:t>disk controller </a:t>
          </a:r>
          <a:r>
            <a:rPr lang="en-US" sz="2400" kern="1200"/>
            <a:t>determines the logical interaction between the device and the computer </a:t>
          </a:r>
        </a:p>
      </dsp:txBody>
      <dsp:txXfrm>
        <a:off x="0" y="1795078"/>
        <a:ext cx="7559504" cy="1507994"/>
      </dsp:txXfrm>
    </dsp:sp>
    <dsp:sp modelId="{CBCD99A4-BD5A-42C8-BB9D-798E7E7589F1}">
      <dsp:nvSpPr>
        <dsp:cNvPr id="0" name=""/>
        <dsp:cNvSpPr/>
      </dsp:nvSpPr>
      <dsp:spPr>
        <a:xfrm>
          <a:off x="0" y="3303073"/>
          <a:ext cx="7559504" cy="170469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Non-volatile memory</a:t>
          </a:r>
          <a:r>
            <a:rPr lang="en-US" sz="3100" kern="1200"/>
            <a:t> (</a:t>
          </a:r>
          <a:r>
            <a:rPr lang="en-US" sz="3100" b="1" kern="1200"/>
            <a:t>NVM</a:t>
          </a:r>
          <a:r>
            <a:rPr lang="en-US" sz="3100" kern="1200"/>
            <a:t>)</a:t>
          </a:r>
          <a:r>
            <a:rPr lang="en-US" sz="3100" b="1" kern="1200"/>
            <a:t> </a:t>
          </a:r>
          <a:r>
            <a:rPr lang="en-US" sz="3100" kern="1200"/>
            <a:t>devices– faster than hard disks, nonvolatile</a:t>
          </a:r>
        </a:p>
      </dsp:txBody>
      <dsp:txXfrm>
        <a:off x="83216" y="3386289"/>
        <a:ext cx="7393072" cy="1538258"/>
      </dsp:txXfrm>
    </dsp:sp>
    <dsp:sp modelId="{E268BAED-A0B0-454B-A92A-8F7AB5822D7E}">
      <dsp:nvSpPr>
        <dsp:cNvPr id="0" name=""/>
        <dsp:cNvSpPr/>
      </dsp:nvSpPr>
      <dsp:spPr>
        <a:xfrm>
          <a:off x="0" y="5007763"/>
          <a:ext cx="7559504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Various technologies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Becoming more popular as capacity and performance increases, price drops</a:t>
          </a:r>
        </a:p>
      </dsp:txBody>
      <dsp:txXfrm>
        <a:off x="0" y="5007763"/>
        <a:ext cx="7559504" cy="11871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8BB7D-13F0-42F1-81B7-9DAAF86B9B59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7733E-9BEB-4086-9B8A-7EED83FA6324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789A4-44B1-49AC-9275-C0A0CFED91DE}">
      <dsp:nvSpPr>
        <dsp:cNvPr id="0" name=""/>
        <dsp:cNvSpPr/>
      </dsp:nvSpPr>
      <dsp:spPr>
        <a:xfrm>
          <a:off x="1826480" y="675"/>
          <a:ext cx="3105230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Storage systems organized in hierarchy</a:t>
          </a:r>
        </a:p>
      </dsp:txBody>
      <dsp:txXfrm>
        <a:off x="1826480" y="675"/>
        <a:ext cx="3105230" cy="1581368"/>
      </dsp:txXfrm>
    </dsp:sp>
    <dsp:sp modelId="{9105AEFE-E645-4227-A508-E75E76380C54}">
      <dsp:nvSpPr>
        <dsp:cNvPr id="0" name=""/>
        <dsp:cNvSpPr/>
      </dsp:nvSpPr>
      <dsp:spPr>
        <a:xfrm>
          <a:off x="4931710" y="675"/>
          <a:ext cx="196880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Speed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Cost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Volatility</a:t>
          </a:r>
        </a:p>
      </dsp:txBody>
      <dsp:txXfrm>
        <a:off x="4931710" y="675"/>
        <a:ext cx="1968801" cy="1581368"/>
      </dsp:txXfrm>
    </dsp:sp>
    <dsp:sp modelId="{7E44509E-0B55-4673-BF0B-770B39CBA0F5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1BDC2-D48B-4181-905E-6842236EAE9F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50C1B-9802-46D4-9F80-2FC89DD88B1E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Caching</a:t>
          </a:r>
          <a:r>
            <a:rPr lang="en-US" sz="2200" kern="1200"/>
            <a:t> – copying information into faster storage system; main memory can be viewed as a cache for secondary storage</a:t>
          </a:r>
        </a:p>
      </dsp:txBody>
      <dsp:txXfrm>
        <a:off x="1826480" y="1977386"/>
        <a:ext cx="5074031" cy="1581368"/>
      </dsp:txXfrm>
    </dsp:sp>
    <dsp:sp modelId="{0C967E5F-CB29-443C-A4F7-3D1A4763DF38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6395F-E74F-4154-A25E-CBF456C6140F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89F07F-5A12-4588-8709-DAD6D23D31A9}">
      <dsp:nvSpPr>
        <dsp:cNvPr id="0" name=""/>
        <dsp:cNvSpPr/>
      </dsp:nvSpPr>
      <dsp:spPr>
        <a:xfrm>
          <a:off x="1826480" y="3954096"/>
          <a:ext cx="3105230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Device Driver </a:t>
          </a:r>
          <a:r>
            <a:rPr lang="en-US" sz="2200" kern="1200"/>
            <a:t>for each device controller to manage I/O</a:t>
          </a:r>
        </a:p>
      </dsp:txBody>
      <dsp:txXfrm>
        <a:off x="1826480" y="3954096"/>
        <a:ext cx="3105230" cy="1581368"/>
      </dsp:txXfrm>
    </dsp:sp>
    <dsp:sp modelId="{EB98F229-54CA-46D3-AC33-9E974BC97108}">
      <dsp:nvSpPr>
        <dsp:cNvPr id="0" name=""/>
        <dsp:cNvSpPr/>
      </dsp:nvSpPr>
      <dsp:spPr>
        <a:xfrm>
          <a:off x="4931710" y="3954096"/>
          <a:ext cx="196880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Provides uniform interface between controller and kernel</a:t>
          </a:r>
        </a:p>
      </dsp:txBody>
      <dsp:txXfrm>
        <a:off x="4931710" y="3954096"/>
        <a:ext cx="1968801" cy="15813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FF7DA-AB51-408B-96BD-DBE4AF6EF93F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DC359-9F00-4AF6-9006-78877A77D0FC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Used for high-speed I/O devices able to transmit information at close to memory speeds </a:t>
          </a:r>
        </a:p>
      </dsp:txBody>
      <dsp:txXfrm>
        <a:off x="0" y="2703"/>
        <a:ext cx="6900512" cy="1843578"/>
      </dsp:txXfrm>
    </dsp:sp>
    <dsp:sp modelId="{BC49B3DA-B3CD-43D9-87D1-33E27C7A513E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288E-4111-4D4A-B2BE-7B321E956789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Device controller transfers blocks of data from buffer storage directly to main memory without CPU intervention</a:t>
          </a:r>
        </a:p>
      </dsp:txBody>
      <dsp:txXfrm>
        <a:off x="0" y="1846281"/>
        <a:ext cx="6900512" cy="1843578"/>
      </dsp:txXfrm>
    </dsp:sp>
    <dsp:sp modelId="{9802288E-7CBD-4408-84D6-1F8089265219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8AADE-4E25-4FA2-AA61-A8AFBB36535A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Only one interrupt is generated per block, rather than the one interrupt per byte</a:t>
          </a: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44B20-1178-4AD5-9593-56F9439EC74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6EC4E-93E3-4AD1-AAA9-76879C01B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0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ACF7734-5D09-4080-A5F3-33EF4697B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239A3F8-049F-4A8D-93CB-7DD9B1942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9334B8E-3D1F-4D13-A54E-BFE97B363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C4D753E-0D96-484D-AE41-DA069EC6D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D4FC-E761-482A-51D1-2C201F5FC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71D2B-BD01-0E1F-76A5-0891455CE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FDFD6-10A4-CC8D-4A52-17FD2C1A1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EED4E-49DE-C7A8-137C-B5DD587B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62E8C-8D81-A04F-9A8E-EEC0A1F6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3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CF33-E57A-5D92-CAC2-2A151816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14DD-90B7-95A5-BC29-CE442233B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85222-6162-C09D-EFBD-44A2CFEA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8CD77-B7D0-2961-8A75-01A444EB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D0F21-2FCE-25DF-639B-FD7EFC65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2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F359-C8B7-1195-B356-7556AF4A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60BC2-CF28-EFB2-3F14-6DBCC01F1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44BBE-FCAE-EDA8-C983-552CD1F7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4B31C-FFD0-95CA-69CE-CAE2A6DE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89D4B-E711-84E8-A1B0-BF98C7E0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8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FAB4-E005-9889-62FF-1DD206A8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BA52-C54D-BC98-E6DA-E3E7A9FAD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8011F-B7D1-93E4-D035-179EB9985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52B19-61BC-0315-969A-DED0F80D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05C9A-1E87-3F4A-7069-004ABC0C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97BAB-81CD-FBC8-738E-C704B1A1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8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D0CE-9AD7-D8AB-DB40-AFCCB16F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D0D29-10A2-F470-D693-02F7B2611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566F5-02CD-B14A-B04A-15518A0BA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ECF72-031D-4A48-7FC9-580EB96BD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42C9C9-C6C8-2DE2-8E63-8C8024BE2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C8590-420B-C556-6C0A-4A550CF77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082E5-5E76-764E-8F7F-D8F03DE2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54DEC-B1C5-19EC-3E44-B1BD7502A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9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F06B-0A0C-2588-8080-8BFB3AD1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CDB16-60BD-94D8-3D98-6959DAD2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EB36F-BCB7-CEAD-A3D0-71FE0120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066F9-A8BC-69C5-924D-EA528AD72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3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00F28-B078-B107-FB91-9F840C153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DEB45-68B9-DC7E-86F2-8072E00A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95AD2-EEC0-7EFE-E0AC-F5827D9F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0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55B8-A3A5-5F43-FD90-1A8E9C91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9C855-7418-00A8-359A-90D568CA3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9BED5-820D-797A-7A58-555F004C7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87890-12D6-AA9E-9F0A-8EC66248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D73E1-69BC-0579-5BFE-FD671E62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61599-FB10-35D6-4F83-5001FE0A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3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1DB1-3579-034E-7D15-BA7D16BF7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968D66-1BB7-541B-AAE5-A53FC3056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5B455-3486-6DAB-9743-8DDEAB10D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EE334-90FA-DF74-0CCC-11D60BEA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BFFA5-D965-406A-25CD-3818A2C4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98066-7827-49AA-D0A3-3244D16E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5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BB80-DB40-84C7-BB9D-C4C0EE43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B352E-5723-FB78-4BDD-0BDCDABA9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3572A-25CC-8A39-88D7-3F00F911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FA0E6-A60A-B7BF-3A08-20FD6F3A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84426-D49E-18BA-F2AD-1EC1B535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F1D08-C814-50B3-2BAA-036CFD186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08430-DF5F-EA5A-AD42-7959E36B4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E6A85-5A21-1F18-4F1E-DD23A842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432B5-FDFE-A885-AF2E-9DB409F4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F2D1F-28D6-A0D4-9CE1-5EB590E7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0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7009B-C852-3608-B7AB-D7C99C0C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C5D64-F62D-CB41-1660-8263BDB8F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E1DD5-D364-8341-F9B3-BF82361C2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31E16-BAE6-45BB-AB25-94AC652CA9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486F-C16A-BFAB-F5EC-6C654FBF0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08968-B9BB-B949-7F7A-D58B6D9A2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B604F-AC4C-4A68-AF5F-3291BE940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3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1440-5090-EC9B-303F-EDFCB5120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storage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7566E-EF1E-D7E0-72B6-1B1499C1E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4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B79744D-2551-37D5-2E86-CA3DD186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US" altLang="en-US" sz="4800" b="1">
                <a:solidFill>
                  <a:schemeClr val="bg1"/>
                </a:solidFill>
              </a:rPr>
              <a:t>Storage Structure</a:t>
            </a:r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A0245F-8028-2D36-357D-623F72FC3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8351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326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AC347-C7F4-1C5E-A270-94F41C65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RAM vs DRAM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0A536-2962-C097-E7FE-BCEF687E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/>
              <a:t>DRAM is dedicated RAM on the SSD and is used as a type of cache/buffer to make the drive faster. 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amsung 980 NVMe Gen 3 SSD Review - DRAM-Less SSDs Go Mainstream...and they  are fast! | The SSD Review">
            <a:extLst>
              <a:ext uri="{FF2B5EF4-FFF2-40B4-BE49-F238E27FC236}">
                <a16:creationId xmlns:a16="http://schemas.microsoft.com/office/drawing/2014/main" id="{5E912B1F-44DB-43EF-689D-666655748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2866453"/>
            <a:ext cx="5614416" cy="315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D6DBE-DFEF-382F-C59C-C7AC78A93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887508"/>
            <a:ext cx="5614416" cy="31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8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9E63AD-FD98-A93A-A021-0E0F562479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868556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588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>
            <a:extLst>
              <a:ext uri="{FF2B5EF4-FFF2-40B4-BE49-F238E27FC236}">
                <a16:creationId xmlns:a16="http://schemas.microsoft.com/office/drawing/2014/main" id="{9399C31D-3B45-4819-86D3-3562EEC74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1739" y="203201"/>
            <a:ext cx="7851775" cy="576263"/>
          </a:xfrm>
        </p:spPr>
        <p:txBody>
          <a:bodyPr/>
          <a:lstStyle/>
          <a:p>
            <a:r>
              <a:rPr lang="en-US" altLang="en-US" sz="3000"/>
              <a:t>Storage Definitions and Notation Review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7CEF2D5C-E937-4516-898C-4034833D2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8" y="1079500"/>
            <a:ext cx="73533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AC8D8D-292B-2943-B449-B924F9BB88F3}"/>
              </a:ext>
            </a:extLst>
          </p:cNvPr>
          <p:cNvSpPr/>
          <p:nvPr/>
        </p:nvSpPr>
        <p:spPr bwMode="auto">
          <a:xfrm>
            <a:off x="2366962" y="1079500"/>
            <a:ext cx="7458076" cy="4953000"/>
          </a:xfrm>
          <a:prstGeom prst="rect">
            <a:avLst/>
          </a:prstGeom>
          <a:solidFill>
            <a:srgbClr val="CEEB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r>
              <a:rPr lang="en-US" sz="1400" dirty="0"/>
              <a:t> The basic unit of computer storage is the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sz="1400" dirty="0"/>
              <a:t>. A bit can contain one of two</a:t>
            </a:r>
          </a:p>
          <a:p>
            <a:pPr>
              <a:defRPr/>
            </a:pPr>
            <a:r>
              <a:rPr lang="en-US" sz="1400" dirty="0"/>
              <a:t>values, 0 and 1. All other storage in a computer is based on collections of bits.</a:t>
            </a:r>
          </a:p>
          <a:p>
            <a:pPr>
              <a:defRPr/>
            </a:pPr>
            <a:r>
              <a:rPr lang="en-US" sz="1400" dirty="0"/>
              <a:t>Given enough bits, it is amazing how many things a computer can represent:</a:t>
            </a:r>
          </a:p>
          <a:p>
            <a:pPr>
              <a:defRPr/>
            </a:pPr>
            <a:r>
              <a:rPr lang="en-US" sz="1400" dirty="0"/>
              <a:t>numbers, letters, images, movies, sounds, documents, and programs, to name</a:t>
            </a:r>
          </a:p>
          <a:p>
            <a:pPr>
              <a:defRPr/>
            </a:pPr>
            <a:r>
              <a:rPr lang="en-US" sz="1400" dirty="0"/>
              <a:t>a few.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byte</a:t>
            </a:r>
            <a:r>
              <a:rPr lang="en-US" sz="1400" dirty="0"/>
              <a:t> is 8 bits, and on most computers it is the smallest convenient</a:t>
            </a:r>
          </a:p>
          <a:p>
            <a:pPr>
              <a:defRPr/>
            </a:pPr>
            <a:r>
              <a:rPr lang="en-US" sz="1400" dirty="0"/>
              <a:t>chunk of storage. For example, most computers don’t have an instruction to</a:t>
            </a:r>
          </a:p>
          <a:p>
            <a:pPr>
              <a:defRPr/>
            </a:pPr>
            <a:r>
              <a:rPr lang="en-US" sz="1400" dirty="0"/>
              <a:t>move a bit but do have one to move a byte. A less common term is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word</a:t>
            </a:r>
            <a:r>
              <a:rPr lang="en-US" sz="1400" dirty="0"/>
              <a:t>,</a:t>
            </a:r>
          </a:p>
          <a:p>
            <a:pPr>
              <a:defRPr/>
            </a:pPr>
            <a:r>
              <a:rPr lang="en-US" sz="1400" dirty="0"/>
              <a:t>which is a given computer architecture’s native unit of data. A word is made</a:t>
            </a:r>
          </a:p>
          <a:p>
            <a:pPr>
              <a:defRPr/>
            </a:pPr>
            <a:r>
              <a:rPr lang="en-US" sz="1400" dirty="0"/>
              <a:t>up of one or more bytes. For example, a computer that has 64-bit registers and</a:t>
            </a:r>
          </a:p>
          <a:p>
            <a:pPr>
              <a:defRPr/>
            </a:pPr>
            <a:r>
              <a:rPr lang="en-US" sz="1400" dirty="0"/>
              <a:t>64-bit memory addressing typically has 64-bit (8-byte) words. A computer</a:t>
            </a:r>
          </a:p>
          <a:p>
            <a:pPr>
              <a:defRPr/>
            </a:pPr>
            <a:r>
              <a:rPr lang="en-US" sz="1400" dirty="0"/>
              <a:t>executes many operations in its native word size rather than a byte at a time.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Computer storage, along with most computer throughput, is generally</a:t>
            </a:r>
          </a:p>
          <a:p>
            <a:pPr>
              <a:defRPr/>
            </a:pPr>
            <a:r>
              <a:rPr lang="en-US" sz="1400" dirty="0"/>
              <a:t>measured and manipulated in bytes and collections of bytes.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kilobyte</a:t>
            </a:r>
            <a:r>
              <a:rPr lang="en-US" sz="1400" dirty="0"/>
              <a:t>, or</a:t>
            </a:r>
          </a:p>
          <a:p>
            <a:pPr>
              <a:defRPr/>
            </a:pPr>
            <a:r>
              <a:rPr lang="en-US" sz="1400" dirty="0"/>
              <a:t>KB , is 1,024 bytes;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megabyte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MB</a:t>
            </a:r>
            <a:r>
              <a:rPr lang="en-US" sz="1400" dirty="0"/>
              <a:t>, is 1,024</a:t>
            </a:r>
            <a:r>
              <a:rPr lang="en-US" sz="1400" baseline="30000" dirty="0"/>
              <a:t>2</a:t>
            </a:r>
            <a:r>
              <a:rPr lang="en-US" sz="1400" dirty="0"/>
              <a:t>  bytes;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gigabyte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GB</a:t>
            </a:r>
            <a:r>
              <a:rPr lang="en-US" sz="1400" dirty="0"/>
              <a:t>, is</a:t>
            </a:r>
          </a:p>
          <a:p>
            <a:pPr>
              <a:defRPr/>
            </a:pPr>
            <a:r>
              <a:rPr lang="en-US" sz="1400" dirty="0"/>
              <a:t>1,024</a:t>
            </a:r>
            <a:r>
              <a:rPr lang="en-US" sz="1400" baseline="30000" dirty="0"/>
              <a:t>3</a:t>
            </a:r>
            <a:r>
              <a:rPr lang="en-US" sz="1400" dirty="0"/>
              <a:t>  bytes;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terabyte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TB</a:t>
            </a:r>
            <a:r>
              <a:rPr lang="en-US" sz="1400" dirty="0"/>
              <a:t>, is 1,024</a:t>
            </a:r>
            <a:r>
              <a:rPr lang="en-US" sz="1400" baseline="30000" dirty="0"/>
              <a:t>4</a:t>
            </a:r>
            <a:r>
              <a:rPr lang="en-US" sz="1400" dirty="0"/>
              <a:t>  bytes; and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petabyte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PB</a:t>
            </a:r>
            <a:r>
              <a:rPr lang="en-US" sz="1400" dirty="0"/>
              <a:t>, is 1,024</a:t>
            </a:r>
            <a:r>
              <a:rPr lang="en-US" sz="1400" baseline="30000" dirty="0"/>
              <a:t>5</a:t>
            </a:r>
          </a:p>
          <a:p>
            <a:pPr>
              <a:defRPr/>
            </a:pPr>
            <a:r>
              <a:rPr lang="en-US" sz="1400" dirty="0"/>
              <a:t>bytes. Computer manufacturers often round off these numbers and say that</a:t>
            </a:r>
          </a:p>
          <a:p>
            <a:pPr>
              <a:defRPr/>
            </a:pPr>
            <a:r>
              <a:rPr lang="en-US" sz="1400" dirty="0"/>
              <a:t>a megabyte is 1 million bytes and a gigabyte is 1 billion bytes. Networking</a:t>
            </a:r>
          </a:p>
          <a:p>
            <a:pPr>
              <a:defRPr/>
            </a:pPr>
            <a:r>
              <a:rPr lang="en-US" sz="1400" dirty="0"/>
              <a:t>measurements are an exception to this general rule; they are given in bits</a:t>
            </a:r>
          </a:p>
          <a:p>
            <a:pPr>
              <a:defRPr/>
            </a:pPr>
            <a:r>
              <a:rPr lang="en-US" sz="1400" dirty="0"/>
              <a:t>(because networks move data a bit at a time).</a:t>
            </a:r>
          </a:p>
          <a:p>
            <a:pPr>
              <a:defRPr/>
            </a:pPr>
            <a:endParaRPr lang="en-US" sz="1400" dirty="0">
              <a:latin typeface="Verdana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68F03-3926-A3FF-37AE-9252BBFE7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altLang="en-US" sz="5400"/>
              <a:t>Storage Hierarchy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453B2-3ED5-C775-A19A-7AB974CA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96236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567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C8143CB-221D-4E46-ACB1-F240385D00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1" y="198438"/>
            <a:ext cx="8126413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Storage-Device Hierarchy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96241ED2-B618-4D08-8846-8009538A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4" y="1455739"/>
            <a:ext cx="7483475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02F19-203E-36D5-5CCC-66942047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Von Neumann architecture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5D4ED-3398-A28E-D203-CAC5AB8C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fontAlgn="base"/>
            <a:r>
              <a:rPr lang="en-US" sz="1800" dirty="0"/>
              <a:t>Von Neumann architecture is a computer design where instructions and data are stored in the same memory space. This means the CPU fetches both instructions and data from the same  memory, using the same pathways.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BBD0C-EFC8-6300-D702-CBCFDFDB8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905560"/>
            <a:ext cx="5628018" cy="281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8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23E6E-F1D7-2A19-0A85-75DBAC113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altLang="en-US" sz="5400"/>
              <a:t>Direct Memory Access Structure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314610-EFE7-55E1-8B81-D8A804367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52539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119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D5BC9-2E2C-2E9D-11F9-8D6893F94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What Is Buffer Storage?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C905-E482-F4B2-D60F-EFBA4FFF0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638127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Buffer storage</a:t>
            </a:r>
            <a:r>
              <a:rPr lang="en-US" sz="2000" dirty="0"/>
              <a:t> is a </a:t>
            </a:r>
            <a:r>
              <a:rPr lang="en-US" sz="2000" b="1" dirty="0"/>
              <a:t>temporary memory area</a:t>
            </a:r>
            <a:r>
              <a:rPr lang="en-US" sz="2000" dirty="0"/>
              <a:t> used to hold data while it is being transferred between two locations for example, between a slow device and fast main memory.</a:t>
            </a:r>
          </a:p>
          <a:p>
            <a:pPr marL="0" indent="0">
              <a:buNone/>
            </a:pPr>
            <a:r>
              <a:rPr lang="en-US" sz="2000" dirty="0"/>
              <a:t>It acts as a </a:t>
            </a:r>
            <a:r>
              <a:rPr lang="en-US" sz="2000" b="1" dirty="0"/>
              <a:t>“holding area”</a:t>
            </a:r>
            <a:r>
              <a:rPr lang="en-US" sz="2000" dirty="0"/>
              <a:t> or </a:t>
            </a:r>
            <a:r>
              <a:rPr lang="en-US" sz="2000" b="1" dirty="0"/>
              <a:t>“staging area”</a:t>
            </a:r>
            <a:r>
              <a:rPr lang="en-US" sz="2000" dirty="0"/>
              <a:t> to smooth out differences in speed between:</a:t>
            </a:r>
          </a:p>
          <a:p>
            <a:r>
              <a:rPr lang="en-US" sz="2000" dirty="0"/>
              <a:t>Input/Output devices (slow, like disks)</a:t>
            </a:r>
          </a:p>
          <a:p>
            <a:r>
              <a:rPr lang="en-US" sz="2000" dirty="0"/>
              <a:t>and</a:t>
            </a:r>
          </a:p>
          <a:p>
            <a:r>
              <a:rPr lang="en-US" sz="2000" dirty="0"/>
              <a:t>Main memory (fast, like RAM)</a:t>
            </a:r>
          </a:p>
          <a:p>
            <a:pPr marL="0" indent="0">
              <a:buNone/>
            </a:pPr>
            <a:r>
              <a:rPr lang="en-US" sz="2000" b="1" dirty="0"/>
              <a:t>Example:</a:t>
            </a:r>
          </a:p>
          <a:p>
            <a:r>
              <a:rPr lang="en-US" sz="2000" dirty="0"/>
              <a:t>When reading from a hard drive:</a:t>
            </a:r>
          </a:p>
          <a:p>
            <a:r>
              <a:rPr lang="en-US" sz="2000" dirty="0"/>
              <a:t>Data is first read from the disk into the </a:t>
            </a:r>
            <a:r>
              <a:rPr lang="en-US" sz="2000" b="1" dirty="0"/>
              <a:t>buffer storage</a:t>
            </a:r>
            <a:r>
              <a:rPr lang="en-US" sz="2000" dirty="0"/>
              <a:t> (a part of the disk controller or memory).</a:t>
            </a:r>
          </a:p>
          <a:p>
            <a:r>
              <a:rPr lang="en-US" sz="2000" dirty="0"/>
              <a:t>Then the DMA controller transfers the entire block of data from the buffer to main memory.</a:t>
            </a:r>
          </a:p>
          <a:p>
            <a:r>
              <a:rPr lang="en-US" sz="2000" dirty="0"/>
              <a:t>Once the whole block transfer is done, </a:t>
            </a:r>
            <a:r>
              <a:rPr lang="en-US" sz="2000" b="1" dirty="0"/>
              <a:t>one interrupt</a:t>
            </a:r>
            <a:r>
              <a:rPr lang="en-US" sz="2000" dirty="0"/>
              <a:t> is sent to the CPU.</a:t>
            </a:r>
          </a:p>
          <a:p>
            <a:r>
              <a:rPr lang="en-US" sz="2000" dirty="0"/>
              <a:t>So buffer storage helps the controller collect or output data efficiently in chunks (blocks), rather than byte by byte.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512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BF918-AF94-E867-C61F-0CB86176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What Is an Interrupt?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46B92-2FE1-96A6-C9B8-721F30D6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/>
              <a:t>An </a:t>
            </a:r>
            <a:r>
              <a:rPr lang="en-US" sz="2200" b="1"/>
              <a:t>interrupt</a:t>
            </a:r>
            <a:r>
              <a:rPr lang="en-US" sz="2200"/>
              <a:t> is a </a:t>
            </a:r>
            <a:r>
              <a:rPr lang="en-US" sz="2200" b="1"/>
              <a:t>signal</a:t>
            </a:r>
            <a:r>
              <a:rPr lang="en-US" sz="2200"/>
              <a:t> sent to the CPU that </a:t>
            </a:r>
            <a:r>
              <a:rPr lang="en-US" sz="2200" b="1"/>
              <a:t>temporarily stops</a:t>
            </a:r>
            <a:r>
              <a:rPr lang="en-US" sz="2200"/>
              <a:t> what the CPU is doing so it can </a:t>
            </a:r>
            <a:r>
              <a:rPr lang="en-US" sz="2200" b="1"/>
              <a:t>pay attention to something more important</a:t>
            </a:r>
            <a:r>
              <a:rPr lang="en-US" sz="220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56A63-3D28-4837-4F70-C74A5EE4D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05384"/>
            <a:ext cx="10917936" cy="39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40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293F34F-C9FD-4545-B67F-0AFEB04F0A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/>
              <a:t>Operating-System Operations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CA3B3A3-4D5F-45EB-B9C7-25CB392E86A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1400" dirty="0"/>
              <a:t>Bootstrap program – simple code to initialize the system, load the kernel</a:t>
            </a:r>
          </a:p>
          <a:p>
            <a:r>
              <a:rPr lang="en-US" altLang="en-US" sz="1400" dirty="0"/>
              <a:t>Kernel loads</a:t>
            </a:r>
          </a:p>
          <a:p>
            <a:r>
              <a:rPr lang="en-US" altLang="en-US" sz="1400" dirty="0"/>
              <a:t>Starts </a:t>
            </a:r>
            <a:r>
              <a:rPr lang="en-US" altLang="en-US" sz="1400" b="1" dirty="0"/>
              <a:t>system daemons </a:t>
            </a:r>
            <a:r>
              <a:rPr lang="en-US" altLang="en-US" sz="1400" dirty="0"/>
              <a:t>(services provided outside of the kernel)</a:t>
            </a:r>
          </a:p>
          <a:p>
            <a:r>
              <a:rPr lang="en-US" altLang="en-US" sz="1400" dirty="0"/>
              <a:t>Kernel</a:t>
            </a:r>
            <a:r>
              <a:rPr lang="en-US" altLang="en-US" sz="1400" b="1" dirty="0"/>
              <a:t> interrupt driven </a:t>
            </a:r>
            <a:r>
              <a:rPr lang="en-US" altLang="en-US" sz="1400" dirty="0"/>
              <a:t>(hardware and software)</a:t>
            </a:r>
          </a:p>
          <a:p>
            <a:pPr lvl="1"/>
            <a:r>
              <a:rPr lang="en-US" altLang="en-US" sz="1400" dirty="0"/>
              <a:t>Hardware interrupt by one of the devices </a:t>
            </a:r>
          </a:p>
          <a:p>
            <a:pPr lvl="1"/>
            <a:r>
              <a:rPr lang="en-US" altLang="en-US" sz="1400" dirty="0"/>
              <a:t>Software interrupt (</a:t>
            </a:r>
            <a:r>
              <a:rPr lang="en-US" altLang="en-US" sz="1400" b="1" dirty="0"/>
              <a:t>exception </a:t>
            </a:r>
            <a:r>
              <a:rPr lang="en-US" altLang="en-US" sz="1400" dirty="0"/>
              <a:t>or </a:t>
            </a:r>
            <a:r>
              <a:rPr lang="en-US" altLang="en-US" sz="1400" b="1" dirty="0"/>
              <a:t>trap</a:t>
            </a:r>
            <a:r>
              <a:rPr lang="en-US" altLang="en-US" sz="1400" dirty="0"/>
              <a:t>):</a:t>
            </a:r>
          </a:p>
          <a:p>
            <a:pPr lvl="2"/>
            <a:r>
              <a:rPr lang="en-US" altLang="en-US" sz="1400" dirty="0"/>
              <a:t>Software error (e.g., division by zero)</a:t>
            </a:r>
            <a:endParaRPr lang="en-US" altLang="en-US" sz="1400" b="1" dirty="0"/>
          </a:p>
          <a:p>
            <a:pPr lvl="2"/>
            <a:r>
              <a:rPr lang="en-US" altLang="en-US" sz="1400" dirty="0"/>
              <a:t>Request for operating system service – </a:t>
            </a:r>
            <a:r>
              <a:rPr lang="en-US" altLang="en-US" sz="1400" b="1" dirty="0"/>
              <a:t>system call</a:t>
            </a:r>
          </a:p>
          <a:p>
            <a:pPr lvl="2"/>
            <a:r>
              <a:rPr lang="en-US" altLang="en-US" sz="1400" dirty="0"/>
              <a:t>Other process problems include infinite loop, processes modifying each other or the operating system</a:t>
            </a:r>
          </a:p>
          <a:p>
            <a:pPr lvl="1"/>
            <a:endParaRPr lang="en-US" altLang="en-US" sz="1400" dirty="0"/>
          </a:p>
        </p:txBody>
      </p:sp>
      <p:pic>
        <p:nvPicPr>
          <p:cNvPr id="59397" name="Picture 59396" descr="Computer script on a screen">
            <a:extLst>
              <a:ext uri="{FF2B5EF4-FFF2-40B4-BE49-F238E27FC236}">
                <a16:creationId xmlns:a16="http://schemas.microsoft.com/office/drawing/2014/main" id="{FA3EA27F-D6AC-FB7B-B877-9B6CF172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5" r="4396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B3B5E-1EBB-D785-B2EA-31BA8D8AD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/>
              <a:t>Multiprogramming (Batch system)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2630D-6A01-7D57-7C19-176A926B3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en-US" sz="2200"/>
          </a:p>
          <a:p>
            <a:r>
              <a:rPr lang="en-US" altLang="en-US" sz="2200"/>
              <a:t>Single user cannot always keep CPU and I/O devices busy </a:t>
            </a:r>
          </a:p>
          <a:p>
            <a:r>
              <a:rPr lang="en-US" altLang="en-US" sz="2200"/>
              <a:t>Multiprogramming organizes jobs (code and data) so CPU always has one to execute</a:t>
            </a:r>
          </a:p>
          <a:p>
            <a:r>
              <a:rPr lang="en-US" altLang="en-US" sz="2200"/>
              <a:t>A subset of total jobs in system is kept in memory</a:t>
            </a:r>
          </a:p>
          <a:p>
            <a:r>
              <a:rPr lang="en-US" altLang="en-US" sz="2200"/>
              <a:t>One job selected and run via </a:t>
            </a:r>
            <a:r>
              <a:rPr lang="en-US" altLang="en-US" sz="2200" b="1"/>
              <a:t>job scheduling</a:t>
            </a:r>
          </a:p>
          <a:p>
            <a:r>
              <a:rPr lang="en-US" altLang="en-US" sz="2200"/>
              <a:t>When job has to wait (for I/O for example), OS switches to another job</a:t>
            </a:r>
          </a:p>
          <a:p>
            <a:pPr lvl="1"/>
            <a:endParaRPr lang="en-US" alt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03339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E2D0F-62FD-8377-2E14-BF3176C4D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Job scheduling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CDF8E-5F57-BF2E-AB29-6AE360D9E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Job scheduling</a:t>
            </a:r>
            <a:r>
              <a:rPr lang="en-US" sz="2200"/>
              <a:t> means deciding </a:t>
            </a:r>
            <a:r>
              <a:rPr lang="en-US" sz="2200" b="1"/>
              <a:t>which job (task or program)</a:t>
            </a:r>
            <a:r>
              <a:rPr lang="en-US" sz="2200"/>
              <a:t> should run </a:t>
            </a:r>
            <a:r>
              <a:rPr lang="en-US" sz="2200" b="1"/>
              <a:t>next</a:t>
            </a:r>
            <a:r>
              <a:rPr lang="en-US" sz="2200"/>
              <a:t> on the CPU and </a:t>
            </a:r>
            <a:r>
              <a:rPr lang="en-US" sz="2200" b="1"/>
              <a:t>when</a:t>
            </a:r>
            <a:r>
              <a:rPr lang="en-US" sz="2200"/>
              <a:t> it should run.</a:t>
            </a:r>
            <a:br>
              <a:rPr lang="en-US" sz="2200"/>
            </a:br>
            <a:r>
              <a:rPr lang="en-US" sz="2200"/>
              <a:t>It is one of the main functions of an operating system (OS) to manage CPU time efficiently when there are many jobs waiting to be executed.</a:t>
            </a:r>
          </a:p>
          <a:p>
            <a:r>
              <a:rPr lang="en-US" sz="2200"/>
              <a:t>The OS uses job scheduling to:</a:t>
            </a:r>
          </a:p>
          <a:p>
            <a:r>
              <a:rPr lang="en-US" sz="2200"/>
              <a:t>Make sure all jobs get a fair share of CPU time</a:t>
            </a:r>
          </a:p>
          <a:p>
            <a:r>
              <a:rPr lang="en-US" sz="2200"/>
              <a:t>Maximize CPU usage</a:t>
            </a:r>
          </a:p>
          <a:p>
            <a:r>
              <a:rPr lang="en-US" sz="2200"/>
              <a:t>Reduce waiting time for users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5236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F6D26-031B-A5FB-5C61-04919454A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/>
              <a:t>Multitasking (Timesharing)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DF340-CD90-DD22-3952-F0331F1B0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1. From Batch → to Time-Sharing</a:t>
            </a:r>
          </a:p>
          <a:p>
            <a:r>
              <a:rPr lang="en-US" sz="2200" b="1"/>
              <a:t>Batch system:</a:t>
            </a:r>
            <a:br>
              <a:rPr lang="en-US" sz="2200"/>
            </a:br>
            <a:r>
              <a:rPr lang="en-US" sz="2200"/>
              <a:t>The computer runs </a:t>
            </a:r>
            <a:r>
              <a:rPr lang="en-US" sz="2200" b="1"/>
              <a:t>one job at a time</a:t>
            </a:r>
            <a:r>
              <a:rPr lang="en-US" sz="2200"/>
              <a:t>.</a:t>
            </a:r>
            <a:br>
              <a:rPr lang="en-US" sz="2200"/>
            </a:br>
            <a:r>
              <a:rPr lang="en-US" sz="2200"/>
              <a:t>Users submit jobs (e.g., programs) and wait until it’s completely done.</a:t>
            </a:r>
            <a:br>
              <a:rPr lang="en-US" sz="2200"/>
            </a:br>
            <a:r>
              <a:rPr lang="en-US" sz="2200"/>
              <a:t>→  No interaction, long waiting time.</a:t>
            </a:r>
          </a:p>
          <a:p>
            <a:r>
              <a:rPr lang="en-US" sz="2200" b="1"/>
              <a:t>Time-sharing system:</a:t>
            </a:r>
            <a:br>
              <a:rPr lang="en-US" sz="2200"/>
            </a:br>
            <a:r>
              <a:rPr lang="en-US" sz="2200"/>
              <a:t>The CPU </a:t>
            </a:r>
            <a:r>
              <a:rPr lang="en-US" sz="2200" b="1"/>
              <a:t>switches between many jobs quickly</a:t>
            </a:r>
            <a:r>
              <a:rPr lang="en-US" sz="2200"/>
              <a:t>, giving each job a </a:t>
            </a:r>
            <a:r>
              <a:rPr lang="en-US" sz="2200" b="1"/>
              <a:t>tiny slice of time</a:t>
            </a:r>
            <a:r>
              <a:rPr lang="en-US" sz="2200"/>
              <a:t> (milliseconds).</a:t>
            </a:r>
            <a:br>
              <a:rPr lang="en-US" sz="2200"/>
            </a:br>
            <a:r>
              <a:rPr lang="en-US" sz="2200"/>
              <a:t>This happens so fast that </a:t>
            </a:r>
            <a:r>
              <a:rPr lang="en-US" sz="2200" b="1"/>
              <a:t>users feel like their programs run continuously</a:t>
            </a:r>
            <a:r>
              <a:rPr lang="en-US" sz="2200"/>
              <a:t> and can </a:t>
            </a:r>
            <a:r>
              <a:rPr lang="en-US" sz="2200" b="1"/>
              <a:t>interact</a:t>
            </a:r>
            <a:r>
              <a:rPr lang="en-US" sz="2200"/>
              <a:t> with the system instantly.</a:t>
            </a:r>
          </a:p>
          <a:p>
            <a:r>
              <a:rPr lang="en-US" sz="2200" b="1"/>
              <a:t>Result:</a:t>
            </a:r>
            <a:r>
              <a:rPr lang="en-US" sz="2200"/>
              <a:t> You can type commands and get responses almost immediately — like using a modern computer or terminal.</a:t>
            </a:r>
          </a:p>
        </p:txBody>
      </p:sp>
    </p:spTree>
    <p:extLst>
      <p:ext uri="{BB962C8B-B14F-4D97-AF65-F5344CB8AC3E}">
        <p14:creationId xmlns:p14="http://schemas.microsoft.com/office/powerpoint/2010/main" val="3689569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37199-B04B-11A3-D3F5-BEF459F5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/>
              <a:t>Dual-mode Operation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B697B-E4C9-57AE-70D8-6E112184C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What Is Dual-Mode Operation?</a:t>
            </a:r>
          </a:p>
          <a:p>
            <a:r>
              <a:rPr lang="en-US" sz="2200"/>
              <a:t>Computers have </a:t>
            </a:r>
            <a:r>
              <a:rPr lang="en-US" sz="2200" b="1"/>
              <a:t>two modes of operation</a:t>
            </a:r>
            <a:r>
              <a:rPr lang="en-US" sz="2200"/>
              <a:t> to keep the system safe and stable:</a:t>
            </a:r>
          </a:p>
          <a:p>
            <a:r>
              <a:rPr lang="en-US" sz="2200" b="1"/>
              <a:t>User Mode</a:t>
            </a:r>
            <a:r>
              <a:rPr lang="en-US" sz="2200"/>
              <a:t> – where normal programs (like games, browsers, etc.) run.</a:t>
            </a:r>
          </a:p>
          <a:p>
            <a:r>
              <a:rPr lang="en-US" sz="2200" b="1"/>
              <a:t>Kernel Mode</a:t>
            </a:r>
            <a:r>
              <a:rPr lang="en-US" sz="2200"/>
              <a:t> – where the </a:t>
            </a:r>
            <a:r>
              <a:rPr lang="en-US" sz="2200" b="1"/>
              <a:t>operating system (OS)</a:t>
            </a:r>
            <a:r>
              <a:rPr lang="en-US" sz="2200"/>
              <a:t> runs and controls hardware.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0114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8C0C7-4128-62E5-6A03-0FEC6E58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altLang="en-US" sz="4000"/>
              <a:t>Timer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BD488-3B0A-EBCF-EB84-B21AA5287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600" b="1"/>
              <a:t>How a Timer Works</a:t>
            </a:r>
          </a:p>
          <a:p>
            <a:r>
              <a:rPr lang="en-US" sz="1600"/>
              <a:t>The OS sets a </a:t>
            </a:r>
            <a:r>
              <a:rPr lang="en-US" sz="1600" b="1"/>
              <a:t>time limit</a:t>
            </a:r>
            <a:r>
              <a:rPr lang="en-US" sz="1600"/>
              <a:t> (called a </a:t>
            </a:r>
            <a:r>
              <a:rPr lang="en-US" sz="1600" i="1"/>
              <a:t>time slice</a:t>
            </a:r>
            <a:r>
              <a:rPr lang="en-US" sz="1600"/>
              <a:t> or </a:t>
            </a:r>
            <a:r>
              <a:rPr lang="en-US" sz="1600" i="1"/>
              <a:t>quantum</a:t>
            </a:r>
            <a:r>
              <a:rPr lang="en-US" sz="1600"/>
              <a:t>) for a process — for example, 100 milliseconds.</a:t>
            </a:r>
          </a:p>
          <a:p>
            <a:r>
              <a:rPr lang="en-US" sz="1600"/>
              <a:t>The timer counts down while the process is running.</a:t>
            </a:r>
          </a:p>
          <a:p>
            <a:r>
              <a:rPr lang="en-US" sz="1600"/>
              <a:t>When the timer reaches zero:</a:t>
            </a:r>
          </a:p>
          <a:p>
            <a:pPr lvl="1"/>
            <a:r>
              <a:rPr lang="en-US" sz="1600"/>
              <a:t>It sends an </a:t>
            </a:r>
            <a:r>
              <a:rPr lang="en-US" sz="1600" b="1"/>
              <a:t>interrupt</a:t>
            </a:r>
            <a:r>
              <a:rPr lang="en-US" sz="1600"/>
              <a:t> to the CPU (called a </a:t>
            </a:r>
            <a:r>
              <a:rPr lang="en-US" sz="1600" b="1"/>
              <a:t>timer interrupt</a:t>
            </a:r>
            <a:r>
              <a:rPr lang="en-US" sz="1600"/>
              <a:t>).</a:t>
            </a:r>
          </a:p>
          <a:p>
            <a:pPr lvl="1"/>
            <a:r>
              <a:rPr lang="en-US" sz="1600"/>
              <a:t>The CPU stops the current process.</a:t>
            </a:r>
          </a:p>
          <a:p>
            <a:pPr lvl="1"/>
            <a:r>
              <a:rPr lang="en-US" sz="1600"/>
              <a:t>The OS takes control and decides which process should run next (CPU scheduling).</a:t>
            </a:r>
          </a:p>
          <a:p>
            <a:r>
              <a:rPr lang="en-US" sz="1600"/>
              <a:t>This process happens very quickly, so users feel like all programs are running at the same time.</a:t>
            </a:r>
          </a:p>
          <a:p>
            <a:endParaRPr lang="en-US" sz="1600"/>
          </a:p>
        </p:txBody>
      </p:sp>
      <p:pic>
        <p:nvPicPr>
          <p:cNvPr id="5" name="Picture 4" descr="White stopwatch">
            <a:extLst>
              <a:ext uri="{FF2B5EF4-FFF2-40B4-BE49-F238E27FC236}">
                <a16:creationId xmlns:a16="http://schemas.microsoft.com/office/drawing/2014/main" id="{53595482-C21C-4788-DD04-2346B13295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64" r="-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15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1285</Words>
  <Application>Microsoft Office PowerPoint</Application>
  <PresentationFormat>Widescreen</PresentationFormat>
  <Paragraphs>107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Verdana</vt:lpstr>
      <vt:lpstr>Office Theme</vt:lpstr>
      <vt:lpstr>OS storage</vt:lpstr>
      <vt:lpstr>Storage Structure</vt:lpstr>
      <vt:lpstr>RAM vs DRAM</vt:lpstr>
      <vt:lpstr>PowerPoint Presentation</vt:lpstr>
      <vt:lpstr>Storage Definitions and Notation Review</vt:lpstr>
      <vt:lpstr>Storage Hierarchy</vt:lpstr>
      <vt:lpstr>Storage-Device Hierarchy</vt:lpstr>
      <vt:lpstr>Von Neumann architecture</vt:lpstr>
      <vt:lpstr>Direct Memory Access Structure</vt:lpstr>
      <vt:lpstr>What Is Buffer Storage?</vt:lpstr>
      <vt:lpstr>What Is an Interrupt?</vt:lpstr>
      <vt:lpstr>Operating-System Operations</vt:lpstr>
      <vt:lpstr>Multiprogramming (Batch system)</vt:lpstr>
      <vt:lpstr>Job scheduling</vt:lpstr>
      <vt:lpstr>Multitasking (Timesharing)</vt:lpstr>
      <vt:lpstr>Dual-mode Operation</vt:lpstr>
      <vt:lpstr>Timer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 M IKRAM KAYS</dc:creator>
  <cp:lastModifiedBy>H M IKRAM KAYS</cp:lastModifiedBy>
  <cp:revision>2</cp:revision>
  <dcterms:created xsi:type="dcterms:W3CDTF">2025-11-10T03:00:17Z</dcterms:created>
  <dcterms:modified xsi:type="dcterms:W3CDTF">2025-11-10T04:38:30Z</dcterms:modified>
</cp:coreProperties>
</file>